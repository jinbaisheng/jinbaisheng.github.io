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notesSlides/notesSlide1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29"/>
  </p:notesMasterIdLst>
  <p:sldIdLst>
    <p:sldId id="5986" r:id="rId3"/>
    <p:sldId id="16602410" r:id="rId4"/>
    <p:sldId id="16602408" r:id="rId5"/>
    <p:sldId id="16602409" r:id="rId6"/>
    <p:sldId id="16602411" r:id="rId7"/>
    <p:sldId id="16602412" r:id="rId8"/>
    <p:sldId id="16602414" r:id="rId9"/>
    <p:sldId id="16602415" r:id="rId10"/>
    <p:sldId id="16602413" r:id="rId11"/>
    <p:sldId id="16602416" r:id="rId12"/>
    <p:sldId id="16602417" r:id="rId13"/>
    <p:sldId id="16602418" r:id="rId14"/>
    <p:sldId id="16602397" r:id="rId15"/>
    <p:sldId id="16602398" r:id="rId16"/>
    <p:sldId id="16602399" r:id="rId17"/>
    <p:sldId id="16602400" r:id="rId18"/>
    <p:sldId id="16602401" r:id="rId19"/>
    <p:sldId id="16602402" r:id="rId20"/>
    <p:sldId id="16602403" r:id="rId21"/>
    <p:sldId id="16602404" r:id="rId22"/>
    <p:sldId id="5927" r:id="rId23"/>
    <p:sldId id="5928" r:id="rId24"/>
    <p:sldId id="5929" r:id="rId25"/>
    <p:sldId id="5930" r:id="rId26"/>
    <p:sldId id="5931" r:id="rId27"/>
    <p:sldId id="5177" r:id="rId2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Verdana" panose="020B060403050404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Verdana" panose="020B060403050404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Verdana" panose="020B060403050404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Verdana" panose="020B060403050404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Verdana" panose="020B060403050404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Verdana" panose="020B060403050404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Verdana" panose="020B060403050404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Verdana" panose="020B060403050404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Verdana" panose="020B0604030504040204"/>
      </a:defRPr>
    </a:lvl9pPr>
  </p:defaultTextStyle>
  <p:extLst>
    <p:ext uri="{EFAFB233-063F-42B5-8137-9DF3F51BA10A}">
      <p15:sldGuideLst xmlns:p15="http://schemas.microsoft.com/office/powerpoint/2012/main">
        <p15:guide id="1" orient="horz" pos="2292" userDrawn="1">
          <p15:clr>
            <a:srgbClr val="A4A3A4"/>
          </p15:clr>
        </p15:guide>
        <p15:guide id="2" pos="36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刘 爱娟" initials="刘" lastIdx="0" clrIdx="6"/>
  <p:cmAuthor id="1" name="NM" initials="N" lastIdx="1" clrIdx="0"/>
  <p:cmAuthor id="8" name="作者" initials="A" lastIdx="0" clrIdx="7"/>
  <p:cmAuthor id="2" name="爱国 唐" initials="爱唐" lastIdx="1" clrIdx="1"/>
  <p:cmAuthor id="9" name="志新 冷" initials="志冷" lastIdx="0" clrIdx="8"/>
  <p:cmAuthor id="3" name="50200" initials="5" lastIdx="1" clrIdx="2"/>
  <p:cmAuthor id="10" name="唐 爱国" initials="唐" lastIdx="0" clrIdx="9"/>
  <p:cmAuthor id="4" name="A5571" initials="A" lastIdx="1" clrIdx="3"/>
  <p:cmAuthor id="11" name="admin" initials="a" lastIdx="0" clrIdx="10"/>
  <p:cmAuthor id="5" name="ABI" initials="A" lastIdx="5" clrIdx="4"/>
  <p:cmAuthor id="6" name="lenovo" initials="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CC"/>
    <a:srgbClr val="6DA1E9"/>
    <a:srgbClr val="CBD7E9"/>
    <a:srgbClr val="E7ECF4"/>
    <a:srgbClr val="E3AD78"/>
    <a:srgbClr val="D9DAC6"/>
    <a:srgbClr val="CDAFA7"/>
    <a:srgbClr val="324B8A"/>
    <a:srgbClr val="C59659"/>
    <a:srgbClr val="D9E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42" autoAdjust="0"/>
    <p:restoredTop sz="86373" autoAdjust="0"/>
  </p:normalViewPr>
  <p:slideViewPr>
    <p:cSldViewPr snapToGrid="0" showGuides="1">
      <p:cViewPr varScale="1">
        <p:scale>
          <a:sx n="71" d="100"/>
          <a:sy n="71" d="100"/>
        </p:scale>
        <p:origin x="652" y="44"/>
      </p:cViewPr>
      <p:guideLst>
        <p:guide orient="horz" pos="2292"/>
        <p:guide pos="3651"/>
      </p:guideLst>
    </p:cSldViewPr>
  </p:slideViewPr>
  <p:outlineViewPr>
    <p:cViewPr>
      <p:scale>
        <a:sx n="33" d="100"/>
        <a:sy n="33" d="100"/>
      </p:scale>
      <p:origin x="0" y="-104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0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JBS\old%20data\Nanomicrotech\&#24212;&#29992;&#39033;&#30446;by%20&#23458;&#25143;\&#21326;&#19996;&#23458;&#25143;\&#24658;&#29790;\&#36830;&#20113;&#28207;&#24658;&#29790;\HCP&#32479;&#3574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2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亲和填料不同淋洗策略对</a:t>
            </a:r>
            <a:r>
              <a:rPr lang="en-US"/>
              <a:t>HCP</a:t>
            </a:r>
            <a:r>
              <a:rPr lang="zh-CN"/>
              <a:t>残留影响</a:t>
            </a:r>
          </a:p>
        </c:rich>
      </c:tx>
      <c:layout>
        <c:manualLayout>
          <c:xMode val="edge"/>
          <c:yMode val="edge"/>
          <c:x val="0.26632059814180897"/>
          <c:y val="1.65901627447067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1"/>
          <c:order val="1"/>
          <c:tx>
            <c:strRef>
              <c:f>HCP Residual</c:f>
              <c:strCache>
                <c:ptCount val="1"/>
                <c:pt idx="0">
                  <c:v>HCP Residual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Sheet1!$E$10:$E$13</c:f>
              <c:strCache>
                <c:ptCount val="4"/>
                <c:pt idx="0">
                  <c:v>50mM Tris+1M GndHCl pH7.4</c:v>
                </c:pt>
                <c:pt idx="1">
                  <c:v>0.4M Arg+0.5M NaCl pH8.5</c:v>
                </c:pt>
                <c:pt idx="2">
                  <c:v>0.4M Arg+0.5M NaCl pH6.5</c:v>
                </c:pt>
                <c:pt idx="3">
                  <c:v>5%PrOH+97% (20m MpH7.4)</c:v>
                </c:pt>
              </c:strCache>
            </c:strRef>
          </c:cat>
          <c:val>
            <c:numRef>
              <c:f>Sheet1!$G$10:$G$13</c:f>
              <c:numCache>
                <c:formatCode>General</c:formatCode>
                <c:ptCount val="4"/>
                <c:pt idx="0">
                  <c:v>454</c:v>
                </c:pt>
                <c:pt idx="1">
                  <c:v>988</c:v>
                </c:pt>
                <c:pt idx="2">
                  <c:v>1011</c:v>
                </c:pt>
                <c:pt idx="3">
                  <c:v>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79-4978-A756-B1FB5376C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2794208"/>
        <c:axId val="132793792"/>
      </c:barChart>
      <c:lineChart>
        <c:grouping val="standard"/>
        <c:varyColors val="0"/>
        <c:ser>
          <c:idx val="0"/>
          <c:order val="0"/>
          <c:tx>
            <c:strRef>
              <c:f>Yield </c:f>
              <c:strCache>
                <c:ptCount val="1"/>
                <c:pt idx="0">
                  <c:v>Yield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Sheet1!$E$10:$E$13</c:f>
              <c:strCache>
                <c:ptCount val="4"/>
                <c:pt idx="0">
                  <c:v>50mM Tris+1M GndHCl pH7.4</c:v>
                </c:pt>
                <c:pt idx="1">
                  <c:v>0.4M Arg+0.5M NaCl pH8.5</c:v>
                </c:pt>
                <c:pt idx="2">
                  <c:v>0.4M Arg+0.5M NaCl pH6.5</c:v>
                </c:pt>
                <c:pt idx="3">
                  <c:v>5%PrOH+97% (20m MpH7.4)</c:v>
                </c:pt>
              </c:strCache>
            </c:strRef>
          </c:cat>
          <c:val>
            <c:numRef>
              <c:f>Sheet1!$F$10:$F$13</c:f>
              <c:numCache>
                <c:formatCode>0.00%</c:formatCode>
                <c:ptCount val="4"/>
                <c:pt idx="0">
                  <c:v>0.92400000000000004</c:v>
                </c:pt>
                <c:pt idx="1">
                  <c:v>0.90700000000000003</c:v>
                </c:pt>
                <c:pt idx="2">
                  <c:v>0.90400000000000003</c:v>
                </c:pt>
                <c:pt idx="3">
                  <c:v>0.85499999999999998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79-4978-A756-B1FB5376C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6940384"/>
        <c:axId val="1346939968"/>
      </c:lineChart>
      <c:catAx>
        <c:axId val="134694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46939968"/>
        <c:crosses val="autoZero"/>
        <c:auto val="1"/>
        <c:lblAlgn val="ctr"/>
        <c:lblOffset val="100"/>
        <c:noMultiLvlLbl val="0"/>
      </c:catAx>
      <c:valAx>
        <c:axId val="1346939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46940384"/>
        <c:crosses val="autoZero"/>
        <c:crossBetween val="between"/>
      </c:valAx>
      <c:catAx>
        <c:axId val="1327942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2793792"/>
        <c:crosses val="autoZero"/>
        <c:auto val="1"/>
        <c:lblAlgn val="ctr"/>
        <c:lblOffset val="100"/>
        <c:noMultiLvlLbl val="0"/>
      </c:catAx>
      <c:valAx>
        <c:axId val="132793792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279420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403385264128"/>
          <c:y val="0.80493140855465095"/>
          <c:w val="0.79193209541543597"/>
          <c:h val="0.162050844081162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d23de19-c846-4057-aad6-07c9567663c0}"/>
      </c:ext>
    </c:extLst>
  </c:chart>
  <c:spPr>
    <a:noFill/>
    <a:ln>
      <a:noFill/>
    </a:ln>
    <a:effectLst/>
  </c:spPr>
  <c:txPr>
    <a:bodyPr/>
    <a:lstStyle/>
    <a:p>
      <a:pPr>
        <a:defRPr lang="zh-CN" sz="1050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各种淋洗条件HCP残留对比</c:f>
              <c:strCache>
                <c:ptCount val="1"/>
                <c:pt idx="0">
                  <c:v>各种淋洗条件HCP残留对比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Sheet1!$B$16:$B$22</c:f>
              <c:strCache>
                <c:ptCount val="7"/>
                <c:pt idx="0">
                  <c:v>常规高盐+低pH淋洗</c:v>
                </c:pt>
                <c:pt idx="1">
                  <c:v>+1% Tween 80</c:v>
                </c:pt>
                <c:pt idx="2">
                  <c:v>+400mM Arg HCl</c:v>
                </c:pt>
                <c:pt idx="3">
                  <c:v>+60mM 辛酸钠</c:v>
                </c:pt>
                <c:pt idx="4">
                  <c:v>+1% Triton X-100</c:v>
                </c:pt>
                <c:pt idx="5">
                  <c:v>+2M 尿素</c:v>
                </c:pt>
                <c:pt idx="6">
                  <c:v>+2% PEG-4000</c:v>
                </c:pt>
              </c:strCache>
            </c:strRef>
          </c:cat>
          <c:val>
            <c:numRef>
              <c:f>Sheet1!$D$16:$D$22</c:f>
              <c:numCache>
                <c:formatCode>General</c:formatCode>
                <c:ptCount val="7"/>
                <c:pt idx="0">
                  <c:v>1700</c:v>
                </c:pt>
                <c:pt idx="1">
                  <c:v>1033</c:v>
                </c:pt>
                <c:pt idx="2">
                  <c:v>852</c:v>
                </c:pt>
                <c:pt idx="3">
                  <c:v>1075</c:v>
                </c:pt>
                <c:pt idx="4">
                  <c:v>943</c:v>
                </c:pt>
                <c:pt idx="5">
                  <c:v>971</c:v>
                </c:pt>
                <c:pt idx="6">
                  <c:v>1332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27-4606-9C37-28EE19B5F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8626159"/>
        <c:axId val="227886703"/>
      </c:barChart>
      <c:catAx>
        <c:axId val="978626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27886703"/>
        <c:crosses val="autoZero"/>
        <c:auto val="1"/>
        <c:lblAlgn val="ctr"/>
        <c:lblOffset val="100"/>
        <c:noMultiLvlLbl val="0"/>
      </c:catAx>
      <c:valAx>
        <c:axId val="22788670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HCP Residual </a:t>
                </a:r>
                <a:r>
                  <a:rPr lang="zh-CN"/>
                  <a:t>（</a:t>
                </a:r>
                <a:r>
                  <a:rPr lang="en-US"/>
                  <a:t>ppm</a:t>
                </a:r>
                <a:r>
                  <a:rPr lang="zh-CN"/>
                  <a:t>）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78626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9c9413d-3106-4276-97af-c7eee71443e6}"/>
      </c:ext>
    </c:extLst>
  </c:chart>
  <c:spPr>
    <a:noFill/>
    <a:ln>
      <a:noFill/>
    </a:ln>
    <a:effectLst/>
  </c:spPr>
  <c:txPr>
    <a:bodyPr/>
    <a:lstStyle/>
    <a:p>
      <a:pPr>
        <a:defRPr lang="zh-CN" sz="1400"/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324634966161685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645635624236899"/>
          <c:y val="0.17799255737963299"/>
          <c:w val="0.82353243517221797"/>
          <c:h val="0.716432489652640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洗脱buffer类型对HCP影响</c:f>
              <c:strCache>
                <c:ptCount val="1"/>
                <c:pt idx="0">
                  <c:v>洗脱buffer类型对HCP影响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Sheet1!$B$23:$B$25</c:f>
              <c:strCache>
                <c:ptCount val="3"/>
                <c:pt idx="0">
                  <c:v>100mM Gly HCl</c:v>
                </c:pt>
                <c:pt idx="1">
                  <c:v>50mM HAC NaAC</c:v>
                </c:pt>
                <c:pt idx="2">
                  <c:v>20mM HCit NaCit</c:v>
                </c:pt>
              </c:strCache>
            </c:strRef>
          </c:cat>
          <c:val>
            <c:numRef>
              <c:f>Sheet1!$D$23:$D$25</c:f>
              <c:numCache>
                <c:formatCode>General</c:formatCode>
                <c:ptCount val="3"/>
                <c:pt idx="0">
                  <c:v>4811</c:v>
                </c:pt>
                <c:pt idx="1">
                  <c:v>1031</c:v>
                </c:pt>
                <c:pt idx="2">
                  <c:v>1637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7B-4A3C-978C-3D32EC75B7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8626159"/>
        <c:axId val="227886703"/>
      </c:barChart>
      <c:catAx>
        <c:axId val="978626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27886703"/>
        <c:crosses val="autoZero"/>
        <c:auto val="1"/>
        <c:lblAlgn val="ctr"/>
        <c:lblOffset val="100"/>
        <c:noMultiLvlLbl val="0"/>
      </c:catAx>
      <c:valAx>
        <c:axId val="22788670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HCP Residual </a:t>
                </a:r>
                <a:r>
                  <a:rPr lang="zh-CN"/>
                  <a:t>（</a:t>
                </a:r>
                <a:r>
                  <a:rPr lang="en-US"/>
                  <a:t>ppm</a:t>
                </a:r>
                <a:r>
                  <a:rPr lang="zh-CN"/>
                  <a:t>）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78626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c893502-6ce0-4698-a15c-985b85927e55}"/>
      </c:ext>
    </c:extLst>
  </c:chart>
  <c:spPr>
    <a:noFill/>
    <a:ln>
      <a:noFill/>
    </a:ln>
    <a:effectLst/>
  </c:spPr>
  <c:txPr>
    <a:bodyPr/>
    <a:lstStyle/>
    <a:p>
      <a:pPr>
        <a:defRPr lang="zh-CN" sz="1200"/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874436405837199"/>
          <c:y val="0.166360789547986"/>
          <c:w val="0.80695108521198"/>
          <c:h val="0.628606166663898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不同阳离子纯化效果</c:f>
              <c:strCache>
                <c:ptCount val="1"/>
                <c:pt idx="0">
                  <c:v>不同阳离子纯化效果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Sheet1!$A$8:$A$10</c:f>
              <c:strCache>
                <c:ptCount val="3"/>
                <c:pt idx="0">
                  <c:v>NanoGel 50SP HP</c:v>
                </c:pt>
                <c:pt idx="1">
                  <c:v>NW Rose Plus SP HP</c:v>
                </c:pt>
                <c:pt idx="2">
                  <c:v>load</c:v>
                </c:pt>
              </c:strCache>
            </c:strRef>
          </c:cat>
          <c:val>
            <c:numRef>
              <c:f>Sheet1!$D$8:$D$10</c:f>
              <c:numCache>
                <c:formatCode>General</c:formatCode>
                <c:ptCount val="3"/>
                <c:pt idx="0">
                  <c:v>22</c:v>
                </c:pt>
                <c:pt idx="1">
                  <c:v>0.5</c:v>
                </c:pt>
                <c:pt idx="2">
                  <c:v>1708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E5-403C-822A-AC61B37C6D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8626159"/>
        <c:axId val="227886703"/>
      </c:barChart>
      <c:catAx>
        <c:axId val="978626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27886703"/>
        <c:crosses val="autoZero"/>
        <c:auto val="1"/>
        <c:lblAlgn val="ctr"/>
        <c:lblOffset val="100"/>
        <c:noMultiLvlLbl val="0"/>
      </c:catAx>
      <c:valAx>
        <c:axId val="227886703"/>
        <c:scaling>
          <c:orientation val="minMax"/>
          <c:max val="2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HCP Residual (ppm)</a:t>
                </a:r>
                <a:endParaRPr lang="zh-CN"/>
              </a:p>
            </c:rich>
          </c:tx>
          <c:layout>
            <c:manualLayout>
              <c:xMode val="edge"/>
              <c:yMode val="edge"/>
              <c:x val="4.6815256981663098E-2"/>
              <c:y val="0.346665389117183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78626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a9c6ad5-c71a-48ff-9e42-3a79965b26f7}"/>
      </c:ext>
    </c:extLst>
  </c:chart>
  <c:spPr>
    <a:noFill/>
    <a:ln>
      <a:noFill/>
    </a:ln>
    <a:effectLst/>
  </c:spPr>
  <c:txPr>
    <a:bodyPr/>
    <a:lstStyle/>
    <a:p>
      <a:pPr>
        <a:defRPr lang="zh-CN" sz="1200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1134713750352899"/>
          <c:y val="3.3109468879799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7411620658826099"/>
          <c:y val="0.151916175900977"/>
          <c:w val="0.78349018921388103"/>
          <c:h val="0.6860174154354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阴离子填料HCP去除效果比较</c:f>
              <c:strCache>
                <c:ptCount val="1"/>
                <c:pt idx="0">
                  <c:v>阴离子填料HCP去除效果比较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NanoGel 50Q HC</c:v>
                </c:pt>
                <c:pt idx="1">
                  <c:v>UniGel 80Q</c:v>
                </c:pt>
                <c:pt idx="2">
                  <c:v>NW Rose Plus Q HP</c:v>
                </c:pt>
                <c:pt idx="3">
                  <c:v> NW Rose Plus HAM HP</c:v>
                </c:pt>
                <c:pt idx="5">
                  <c:v>load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487</c:v>
                </c:pt>
                <c:pt idx="1">
                  <c:v>499</c:v>
                </c:pt>
                <c:pt idx="2">
                  <c:v>520</c:v>
                </c:pt>
                <c:pt idx="3">
                  <c:v>0</c:v>
                </c:pt>
                <c:pt idx="5">
                  <c:v>1708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56-4287-8567-F5F2479862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8626159"/>
        <c:axId val="227886703"/>
      </c:barChart>
      <c:catAx>
        <c:axId val="978626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27886703"/>
        <c:crosses val="autoZero"/>
        <c:auto val="1"/>
        <c:lblAlgn val="ctr"/>
        <c:lblOffset val="100"/>
        <c:noMultiLvlLbl val="0"/>
      </c:catAx>
      <c:valAx>
        <c:axId val="227886703"/>
        <c:scaling>
          <c:orientation val="minMax"/>
          <c:max val="20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HCP Residual (ppm)</a:t>
                </a:r>
                <a:endParaRPr lang="zh-C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78626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d42d684-1d10-4be4-8e71-3418322ea270}"/>
      </c:ext>
    </c:extLst>
  </c:chart>
  <c:spPr>
    <a:noFill/>
    <a:ln>
      <a:noFill/>
    </a:ln>
    <a:effectLst/>
  </c:spPr>
  <c:txPr>
    <a:bodyPr/>
    <a:lstStyle/>
    <a:p>
      <a:pPr>
        <a:defRPr lang="zh-CN" sz="12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AD6412-E433-4101-AAF4-47A0D13A81F2}" type="doc">
      <dgm:prSet loTypeId="urn:microsoft.com/office/officeart/2008/layout/VerticalCurvedList#1" loCatId="list" qsTypeId="urn:microsoft.com/office/officeart/2005/8/quickstyle/simple1#4" qsCatId="simple" csTypeId="urn:microsoft.com/office/officeart/2005/8/colors/accent1_2#3" csCatId="accent1" phldr="1"/>
      <dgm:spPr/>
      <dgm:t>
        <a:bodyPr/>
        <a:lstStyle/>
        <a:p>
          <a:endParaRPr lang="zh-CN" altLang="en-US"/>
        </a:p>
      </dgm:t>
    </dgm:pt>
    <dgm:pt modelId="{6F0B6441-75D8-42A5-BEA6-2534E38F27F0}">
      <dgm:prSet phldrT="[文本]"/>
      <dgm:spPr/>
      <dgm:t>
        <a:bodyPr/>
        <a:lstStyle/>
        <a:p>
          <a:r>
            <a:rPr lang="zh-CN" altLang="en-US" dirty="0"/>
            <a:t>疏水作用力</a:t>
          </a:r>
        </a:p>
      </dgm:t>
    </dgm:pt>
    <dgm:pt modelId="{0D26F596-D88E-4875-9259-CD55C0359249}" type="parTrans" cxnId="{30231232-FDF3-42C5-BEAE-EBC5BDE5806D}">
      <dgm:prSet/>
      <dgm:spPr/>
      <dgm:t>
        <a:bodyPr/>
        <a:lstStyle/>
        <a:p>
          <a:endParaRPr lang="zh-CN" altLang="en-US"/>
        </a:p>
      </dgm:t>
    </dgm:pt>
    <dgm:pt modelId="{3A265C96-8BA3-4C20-9F71-E333D91D409C}" type="sibTrans" cxnId="{30231232-FDF3-42C5-BEAE-EBC5BDE5806D}">
      <dgm:prSet/>
      <dgm:spPr/>
      <dgm:t>
        <a:bodyPr/>
        <a:lstStyle/>
        <a:p>
          <a:endParaRPr lang="zh-CN" altLang="en-US"/>
        </a:p>
      </dgm:t>
    </dgm:pt>
    <dgm:pt modelId="{DE7ABDC9-0365-4D96-BA09-FC041E459779}">
      <dgm:prSet phldrT="[文本]"/>
      <dgm:spPr/>
      <dgm:t>
        <a:bodyPr/>
        <a:lstStyle/>
        <a:p>
          <a:r>
            <a:rPr lang="zh-CN" altLang="en-US" dirty="0"/>
            <a:t>静电排斥力</a:t>
          </a:r>
        </a:p>
      </dgm:t>
    </dgm:pt>
    <dgm:pt modelId="{6DC00338-187C-4B08-A733-13282D27BB8F}" type="parTrans" cxnId="{70DFED18-9C08-4625-87C9-B499E9156530}">
      <dgm:prSet/>
      <dgm:spPr/>
      <dgm:t>
        <a:bodyPr/>
        <a:lstStyle/>
        <a:p>
          <a:endParaRPr lang="zh-CN" altLang="en-US"/>
        </a:p>
      </dgm:t>
    </dgm:pt>
    <dgm:pt modelId="{76E6197E-41FC-4CC3-8311-CECC608FAF1E}" type="sibTrans" cxnId="{70DFED18-9C08-4625-87C9-B499E9156530}">
      <dgm:prSet/>
      <dgm:spPr/>
      <dgm:t>
        <a:bodyPr/>
        <a:lstStyle/>
        <a:p>
          <a:endParaRPr lang="zh-CN" altLang="en-US"/>
        </a:p>
      </dgm:t>
    </dgm:pt>
    <dgm:pt modelId="{B233C8E9-DFEB-46E5-BB70-A75C93D8040E}">
      <dgm:prSet phldrT="[文本]"/>
      <dgm:spPr/>
      <dgm:t>
        <a:bodyPr/>
        <a:lstStyle/>
        <a:p>
          <a:r>
            <a:rPr lang="zh-CN" altLang="en-US" dirty="0"/>
            <a:t>氢键作用</a:t>
          </a:r>
        </a:p>
      </dgm:t>
    </dgm:pt>
    <dgm:pt modelId="{F907BFAF-3F2D-4917-BED5-FA7EE391DA4B}" type="parTrans" cxnId="{BC6E7A5C-D09E-499F-8F6B-3A3892DE1A1B}">
      <dgm:prSet/>
      <dgm:spPr/>
      <dgm:t>
        <a:bodyPr/>
        <a:lstStyle/>
        <a:p>
          <a:endParaRPr lang="zh-CN" altLang="en-US"/>
        </a:p>
      </dgm:t>
    </dgm:pt>
    <dgm:pt modelId="{D61CC5B0-2852-4881-ABFC-3A937A6C9604}" type="sibTrans" cxnId="{BC6E7A5C-D09E-499F-8F6B-3A3892DE1A1B}">
      <dgm:prSet/>
      <dgm:spPr/>
      <dgm:t>
        <a:bodyPr/>
        <a:lstStyle/>
        <a:p>
          <a:endParaRPr lang="zh-CN" altLang="en-US"/>
        </a:p>
      </dgm:t>
    </dgm:pt>
    <dgm:pt modelId="{ABB87E90-9426-4A04-ACA1-6CD345451545}">
      <dgm:prSet phldrT="[文本]"/>
      <dgm:spPr/>
      <dgm:t>
        <a:bodyPr/>
        <a:lstStyle/>
        <a:p>
          <a:r>
            <a:rPr lang="zh-CN" altLang="en-US" dirty="0"/>
            <a:t>范德华力</a:t>
          </a:r>
        </a:p>
      </dgm:t>
    </dgm:pt>
    <dgm:pt modelId="{0C7E3E02-1AE0-40A9-8957-065AD83B7A8B}" type="parTrans" cxnId="{5E33F37C-A401-42E9-877D-105A8FEA1A10}">
      <dgm:prSet/>
      <dgm:spPr/>
      <dgm:t>
        <a:bodyPr/>
        <a:lstStyle/>
        <a:p>
          <a:endParaRPr lang="zh-CN" altLang="en-US"/>
        </a:p>
      </dgm:t>
    </dgm:pt>
    <dgm:pt modelId="{6F2C04EC-E41E-4065-B8B4-D75B2BC7255E}" type="sibTrans" cxnId="{5E33F37C-A401-42E9-877D-105A8FEA1A10}">
      <dgm:prSet/>
      <dgm:spPr/>
      <dgm:t>
        <a:bodyPr/>
        <a:lstStyle/>
        <a:p>
          <a:endParaRPr lang="zh-CN" altLang="en-US"/>
        </a:p>
      </dgm:t>
    </dgm:pt>
    <dgm:pt modelId="{2D7282E3-DBD3-4390-8EDD-6D5DD1FC8704}">
      <dgm:prSet phldrT="[文本]"/>
      <dgm:spPr/>
      <dgm:t>
        <a:bodyPr/>
        <a:lstStyle/>
        <a:p>
          <a:r>
            <a:rPr lang="zh-CN" altLang="en-US" dirty="0"/>
            <a:t>离子作用力</a:t>
          </a:r>
        </a:p>
      </dgm:t>
    </dgm:pt>
    <dgm:pt modelId="{A0CB39A2-1BFF-4AC3-A89D-469366D4CAE2}" type="parTrans" cxnId="{7ED86C4D-B732-46A9-84D5-391BC2EFBA21}">
      <dgm:prSet/>
      <dgm:spPr/>
      <dgm:t>
        <a:bodyPr/>
        <a:lstStyle/>
        <a:p>
          <a:endParaRPr lang="zh-CN" altLang="en-US"/>
        </a:p>
      </dgm:t>
    </dgm:pt>
    <dgm:pt modelId="{D26B3117-13D3-44AB-B90E-4B3D40373A4C}" type="sibTrans" cxnId="{7ED86C4D-B732-46A9-84D5-391BC2EFBA21}">
      <dgm:prSet/>
      <dgm:spPr/>
      <dgm:t>
        <a:bodyPr/>
        <a:lstStyle/>
        <a:p>
          <a:endParaRPr lang="zh-CN" altLang="en-US"/>
        </a:p>
      </dgm:t>
    </dgm:pt>
    <dgm:pt modelId="{FD0E9834-0D6A-4C9C-B907-A2284A4BC356}">
      <dgm:prSet phldrT="[文本]"/>
      <dgm:spPr/>
      <dgm:t>
        <a:bodyPr/>
        <a:lstStyle/>
        <a:p>
          <a:r>
            <a:rPr lang="zh-CN" altLang="en-US" dirty="0"/>
            <a:t>生物学特异性</a:t>
          </a:r>
          <a:endParaRPr lang="en-US" altLang="zh-CN" dirty="0"/>
        </a:p>
      </dgm:t>
    </dgm:pt>
    <dgm:pt modelId="{A25A83AE-E65E-49F3-993D-0AD15F6A5E8C}" type="parTrans" cxnId="{9C6D7F29-AF7A-4E32-A721-66914A57A729}">
      <dgm:prSet/>
      <dgm:spPr/>
      <dgm:t>
        <a:bodyPr/>
        <a:lstStyle/>
        <a:p>
          <a:endParaRPr lang="zh-CN" altLang="en-US"/>
        </a:p>
      </dgm:t>
    </dgm:pt>
    <dgm:pt modelId="{20E7B7C8-9FF6-4DB0-8906-4FC11D81E296}" type="sibTrans" cxnId="{9C6D7F29-AF7A-4E32-A721-66914A57A729}">
      <dgm:prSet/>
      <dgm:spPr/>
      <dgm:t>
        <a:bodyPr/>
        <a:lstStyle/>
        <a:p>
          <a:endParaRPr lang="zh-CN" altLang="en-US"/>
        </a:p>
      </dgm:t>
    </dgm:pt>
    <dgm:pt modelId="{3098E365-42BA-4A5A-BF80-45F05072A04F}" type="pres">
      <dgm:prSet presAssocID="{B4AD6412-E433-4101-AAF4-47A0D13A81F2}" presName="Name0" presStyleCnt="0">
        <dgm:presLayoutVars>
          <dgm:chMax val="7"/>
          <dgm:chPref val="7"/>
          <dgm:dir/>
        </dgm:presLayoutVars>
      </dgm:prSet>
      <dgm:spPr/>
    </dgm:pt>
    <dgm:pt modelId="{6AB60304-65CE-4414-8079-A4426F0ECFFB}" type="pres">
      <dgm:prSet presAssocID="{B4AD6412-E433-4101-AAF4-47A0D13A81F2}" presName="Name1" presStyleCnt="0"/>
      <dgm:spPr/>
    </dgm:pt>
    <dgm:pt modelId="{CB89D644-FCE1-4751-8BE5-E03F711CEC9C}" type="pres">
      <dgm:prSet presAssocID="{B4AD6412-E433-4101-AAF4-47A0D13A81F2}" presName="cycle" presStyleCnt="0"/>
      <dgm:spPr/>
    </dgm:pt>
    <dgm:pt modelId="{9821FE02-FADB-456B-A1C1-BBEF6570F339}" type="pres">
      <dgm:prSet presAssocID="{B4AD6412-E433-4101-AAF4-47A0D13A81F2}" presName="srcNode" presStyleLbl="node1" presStyleIdx="0" presStyleCnt="6"/>
      <dgm:spPr/>
    </dgm:pt>
    <dgm:pt modelId="{6212D5E1-7364-4145-B24B-B7620D33A755}" type="pres">
      <dgm:prSet presAssocID="{B4AD6412-E433-4101-AAF4-47A0D13A81F2}" presName="conn" presStyleLbl="parChTrans1D2" presStyleIdx="0" presStyleCnt="1"/>
      <dgm:spPr/>
    </dgm:pt>
    <dgm:pt modelId="{62E22647-0845-4034-9F71-661F4CF57F6E}" type="pres">
      <dgm:prSet presAssocID="{B4AD6412-E433-4101-AAF4-47A0D13A81F2}" presName="extraNode" presStyleLbl="node1" presStyleIdx="0" presStyleCnt="6"/>
      <dgm:spPr/>
    </dgm:pt>
    <dgm:pt modelId="{83DA0CA6-3FFE-46C4-B53C-027FF8268336}" type="pres">
      <dgm:prSet presAssocID="{B4AD6412-E433-4101-AAF4-47A0D13A81F2}" presName="dstNode" presStyleLbl="node1" presStyleIdx="0" presStyleCnt="6"/>
      <dgm:spPr/>
    </dgm:pt>
    <dgm:pt modelId="{F9A7A5F8-9D19-4E4F-89BF-00DB5CF97E65}" type="pres">
      <dgm:prSet presAssocID="{6F0B6441-75D8-42A5-BEA6-2534E38F27F0}" presName="text_1" presStyleLbl="node1" presStyleIdx="0" presStyleCnt="6">
        <dgm:presLayoutVars>
          <dgm:bulletEnabled val="1"/>
        </dgm:presLayoutVars>
      </dgm:prSet>
      <dgm:spPr/>
    </dgm:pt>
    <dgm:pt modelId="{233D0E5E-2DA5-4331-8B0B-A9911BF835C9}" type="pres">
      <dgm:prSet presAssocID="{6F0B6441-75D8-42A5-BEA6-2534E38F27F0}" presName="accent_1" presStyleCnt="0"/>
      <dgm:spPr/>
    </dgm:pt>
    <dgm:pt modelId="{742033A9-DAE9-41E9-BCC3-5A79E63F163C}" type="pres">
      <dgm:prSet presAssocID="{6F0B6441-75D8-42A5-BEA6-2534E38F27F0}" presName="accentRepeatNode" presStyleLbl="solidFgAcc1" presStyleIdx="0" presStyleCnt="6"/>
      <dgm:spPr/>
    </dgm:pt>
    <dgm:pt modelId="{F45801C7-3716-4281-8885-6294CBCAB0B0}" type="pres">
      <dgm:prSet presAssocID="{DE7ABDC9-0365-4D96-BA09-FC041E459779}" presName="text_2" presStyleLbl="node1" presStyleIdx="1" presStyleCnt="6">
        <dgm:presLayoutVars>
          <dgm:bulletEnabled val="1"/>
        </dgm:presLayoutVars>
      </dgm:prSet>
      <dgm:spPr/>
    </dgm:pt>
    <dgm:pt modelId="{7AC4F7A8-31AC-4FAC-9640-5E75826A57F0}" type="pres">
      <dgm:prSet presAssocID="{DE7ABDC9-0365-4D96-BA09-FC041E459779}" presName="accent_2" presStyleCnt="0"/>
      <dgm:spPr/>
    </dgm:pt>
    <dgm:pt modelId="{DE3B0A3E-06FA-478F-B5FA-AD3C15E6CD0B}" type="pres">
      <dgm:prSet presAssocID="{DE7ABDC9-0365-4D96-BA09-FC041E459779}" presName="accentRepeatNode" presStyleLbl="solidFgAcc1" presStyleIdx="1" presStyleCnt="6"/>
      <dgm:spPr/>
    </dgm:pt>
    <dgm:pt modelId="{44DD834D-0101-4DF7-8946-5EAF3FBAE194}" type="pres">
      <dgm:prSet presAssocID="{B233C8E9-DFEB-46E5-BB70-A75C93D8040E}" presName="text_3" presStyleLbl="node1" presStyleIdx="2" presStyleCnt="6">
        <dgm:presLayoutVars>
          <dgm:bulletEnabled val="1"/>
        </dgm:presLayoutVars>
      </dgm:prSet>
      <dgm:spPr/>
    </dgm:pt>
    <dgm:pt modelId="{8F0DBAA0-2FDE-4CE8-A414-F8876A88BFF0}" type="pres">
      <dgm:prSet presAssocID="{B233C8E9-DFEB-46E5-BB70-A75C93D8040E}" presName="accent_3" presStyleCnt="0"/>
      <dgm:spPr/>
    </dgm:pt>
    <dgm:pt modelId="{7C6293A1-152E-4F23-9031-2777E3123126}" type="pres">
      <dgm:prSet presAssocID="{B233C8E9-DFEB-46E5-BB70-A75C93D8040E}" presName="accentRepeatNode" presStyleLbl="solidFgAcc1" presStyleIdx="2" presStyleCnt="6"/>
      <dgm:spPr/>
    </dgm:pt>
    <dgm:pt modelId="{345FD929-D101-4CE3-812E-9CA6D1EEA852}" type="pres">
      <dgm:prSet presAssocID="{ABB87E90-9426-4A04-ACA1-6CD345451545}" presName="text_4" presStyleLbl="node1" presStyleIdx="3" presStyleCnt="6" custLinFactNeighborX="-2706" custLinFactNeighborY="2852">
        <dgm:presLayoutVars>
          <dgm:bulletEnabled val="1"/>
        </dgm:presLayoutVars>
      </dgm:prSet>
      <dgm:spPr/>
    </dgm:pt>
    <dgm:pt modelId="{82992219-C697-42BC-AA2F-6CD8175DD602}" type="pres">
      <dgm:prSet presAssocID="{ABB87E90-9426-4A04-ACA1-6CD345451545}" presName="accent_4" presStyleCnt="0"/>
      <dgm:spPr/>
    </dgm:pt>
    <dgm:pt modelId="{FC73CA5C-69A7-4A30-81BF-52507C3CC840}" type="pres">
      <dgm:prSet presAssocID="{ABB87E90-9426-4A04-ACA1-6CD345451545}" presName="accentRepeatNode" presStyleLbl="solidFgAcc1" presStyleIdx="3" presStyleCnt="6"/>
      <dgm:spPr/>
    </dgm:pt>
    <dgm:pt modelId="{D08B379A-8B33-4A96-9167-06669BBD54C5}" type="pres">
      <dgm:prSet presAssocID="{2D7282E3-DBD3-4390-8EDD-6D5DD1FC8704}" presName="text_5" presStyleLbl="node1" presStyleIdx="4" presStyleCnt="6">
        <dgm:presLayoutVars>
          <dgm:bulletEnabled val="1"/>
        </dgm:presLayoutVars>
      </dgm:prSet>
      <dgm:spPr/>
    </dgm:pt>
    <dgm:pt modelId="{E3A2A2C4-F174-484A-A53D-BC278A0FD78E}" type="pres">
      <dgm:prSet presAssocID="{2D7282E3-DBD3-4390-8EDD-6D5DD1FC8704}" presName="accent_5" presStyleCnt="0"/>
      <dgm:spPr/>
    </dgm:pt>
    <dgm:pt modelId="{7246DF48-3703-4DBC-803E-9991B22C3ABA}" type="pres">
      <dgm:prSet presAssocID="{2D7282E3-DBD3-4390-8EDD-6D5DD1FC8704}" presName="accentRepeatNode" presStyleLbl="solidFgAcc1" presStyleIdx="4" presStyleCnt="6"/>
      <dgm:spPr/>
    </dgm:pt>
    <dgm:pt modelId="{2B666720-586F-421D-8ADB-54050A35BCC4}" type="pres">
      <dgm:prSet presAssocID="{FD0E9834-0D6A-4C9C-B907-A2284A4BC356}" presName="text_6" presStyleLbl="node1" presStyleIdx="5" presStyleCnt="6">
        <dgm:presLayoutVars>
          <dgm:bulletEnabled val="1"/>
        </dgm:presLayoutVars>
      </dgm:prSet>
      <dgm:spPr/>
    </dgm:pt>
    <dgm:pt modelId="{F22FA3C3-4F86-492D-8EE0-79665AC47F8B}" type="pres">
      <dgm:prSet presAssocID="{FD0E9834-0D6A-4C9C-B907-A2284A4BC356}" presName="accent_6" presStyleCnt="0"/>
      <dgm:spPr/>
    </dgm:pt>
    <dgm:pt modelId="{34FEF055-815E-4812-9CEC-8C08F1FCE2B9}" type="pres">
      <dgm:prSet presAssocID="{FD0E9834-0D6A-4C9C-B907-A2284A4BC356}" presName="accentRepeatNode" presStyleLbl="solidFgAcc1" presStyleIdx="5" presStyleCnt="6"/>
      <dgm:spPr/>
    </dgm:pt>
  </dgm:ptLst>
  <dgm:cxnLst>
    <dgm:cxn modelId="{8822930A-CB72-4304-8FF1-80FA765779EA}" type="presOf" srcId="{ABB87E90-9426-4A04-ACA1-6CD345451545}" destId="{345FD929-D101-4CE3-812E-9CA6D1EEA852}" srcOrd="0" destOrd="0" presId="urn:microsoft.com/office/officeart/2008/layout/VerticalCurvedList#1"/>
    <dgm:cxn modelId="{70DFED18-9C08-4625-87C9-B499E9156530}" srcId="{B4AD6412-E433-4101-AAF4-47A0D13A81F2}" destId="{DE7ABDC9-0365-4D96-BA09-FC041E459779}" srcOrd="1" destOrd="0" parTransId="{6DC00338-187C-4B08-A733-13282D27BB8F}" sibTransId="{76E6197E-41FC-4CC3-8311-CECC608FAF1E}"/>
    <dgm:cxn modelId="{3047E326-91C1-4242-A69C-DCE0B9558EBD}" type="presOf" srcId="{B233C8E9-DFEB-46E5-BB70-A75C93D8040E}" destId="{44DD834D-0101-4DF7-8946-5EAF3FBAE194}" srcOrd="0" destOrd="0" presId="urn:microsoft.com/office/officeart/2008/layout/VerticalCurvedList#1"/>
    <dgm:cxn modelId="{9C6D7F29-AF7A-4E32-A721-66914A57A729}" srcId="{B4AD6412-E433-4101-AAF4-47A0D13A81F2}" destId="{FD0E9834-0D6A-4C9C-B907-A2284A4BC356}" srcOrd="5" destOrd="0" parTransId="{A25A83AE-E65E-49F3-993D-0AD15F6A5E8C}" sibTransId="{20E7B7C8-9FF6-4DB0-8906-4FC11D81E296}"/>
    <dgm:cxn modelId="{30231232-FDF3-42C5-BEAE-EBC5BDE5806D}" srcId="{B4AD6412-E433-4101-AAF4-47A0D13A81F2}" destId="{6F0B6441-75D8-42A5-BEA6-2534E38F27F0}" srcOrd="0" destOrd="0" parTransId="{0D26F596-D88E-4875-9259-CD55C0359249}" sibTransId="{3A265C96-8BA3-4C20-9F71-E333D91D409C}"/>
    <dgm:cxn modelId="{BC6E7A5C-D09E-499F-8F6B-3A3892DE1A1B}" srcId="{B4AD6412-E433-4101-AAF4-47A0D13A81F2}" destId="{B233C8E9-DFEB-46E5-BB70-A75C93D8040E}" srcOrd="2" destOrd="0" parTransId="{F907BFAF-3F2D-4917-BED5-FA7EE391DA4B}" sibTransId="{D61CC5B0-2852-4881-ABFC-3A937A6C9604}"/>
    <dgm:cxn modelId="{7ED86C4D-B732-46A9-84D5-391BC2EFBA21}" srcId="{B4AD6412-E433-4101-AAF4-47A0D13A81F2}" destId="{2D7282E3-DBD3-4390-8EDD-6D5DD1FC8704}" srcOrd="4" destOrd="0" parTransId="{A0CB39A2-1BFF-4AC3-A89D-469366D4CAE2}" sibTransId="{D26B3117-13D3-44AB-B90E-4B3D40373A4C}"/>
    <dgm:cxn modelId="{68098973-5C4C-494D-B038-393F94C7A9D6}" type="presOf" srcId="{FD0E9834-0D6A-4C9C-B907-A2284A4BC356}" destId="{2B666720-586F-421D-8ADB-54050A35BCC4}" srcOrd="0" destOrd="0" presId="urn:microsoft.com/office/officeart/2008/layout/VerticalCurvedList#1"/>
    <dgm:cxn modelId="{5E33F37C-A401-42E9-877D-105A8FEA1A10}" srcId="{B4AD6412-E433-4101-AAF4-47A0D13A81F2}" destId="{ABB87E90-9426-4A04-ACA1-6CD345451545}" srcOrd="3" destOrd="0" parTransId="{0C7E3E02-1AE0-40A9-8957-065AD83B7A8B}" sibTransId="{6F2C04EC-E41E-4065-B8B4-D75B2BC7255E}"/>
    <dgm:cxn modelId="{918DBF9E-3A35-44AE-89C9-B15B6AC59584}" type="presOf" srcId="{2D7282E3-DBD3-4390-8EDD-6D5DD1FC8704}" destId="{D08B379A-8B33-4A96-9167-06669BBD54C5}" srcOrd="0" destOrd="0" presId="urn:microsoft.com/office/officeart/2008/layout/VerticalCurvedList#1"/>
    <dgm:cxn modelId="{70486FC3-756B-48C8-9DC8-1F5665FF52E0}" type="presOf" srcId="{B4AD6412-E433-4101-AAF4-47A0D13A81F2}" destId="{3098E365-42BA-4A5A-BF80-45F05072A04F}" srcOrd="0" destOrd="0" presId="urn:microsoft.com/office/officeart/2008/layout/VerticalCurvedList#1"/>
    <dgm:cxn modelId="{5F43D9CC-83FF-46F4-A56A-1B4E5998B302}" type="presOf" srcId="{6F0B6441-75D8-42A5-BEA6-2534E38F27F0}" destId="{F9A7A5F8-9D19-4E4F-89BF-00DB5CF97E65}" srcOrd="0" destOrd="0" presId="urn:microsoft.com/office/officeart/2008/layout/VerticalCurvedList#1"/>
    <dgm:cxn modelId="{AC4CFEF5-99FC-4CC3-A304-4682950C4908}" type="presOf" srcId="{DE7ABDC9-0365-4D96-BA09-FC041E459779}" destId="{F45801C7-3716-4281-8885-6294CBCAB0B0}" srcOrd="0" destOrd="0" presId="urn:microsoft.com/office/officeart/2008/layout/VerticalCurvedList#1"/>
    <dgm:cxn modelId="{E2BF82F9-07D5-4B44-BCBB-D18A3109DD03}" type="presOf" srcId="{3A265C96-8BA3-4C20-9F71-E333D91D409C}" destId="{6212D5E1-7364-4145-B24B-B7620D33A755}" srcOrd="0" destOrd="0" presId="urn:microsoft.com/office/officeart/2008/layout/VerticalCurvedList#1"/>
    <dgm:cxn modelId="{74E5DB18-5617-4248-B222-C992B4ED2A2F}" type="presParOf" srcId="{3098E365-42BA-4A5A-BF80-45F05072A04F}" destId="{6AB60304-65CE-4414-8079-A4426F0ECFFB}" srcOrd="0" destOrd="0" presId="urn:microsoft.com/office/officeart/2008/layout/VerticalCurvedList#1"/>
    <dgm:cxn modelId="{D2CA3806-46DF-4558-8B10-8CEB986E2DD6}" type="presParOf" srcId="{6AB60304-65CE-4414-8079-A4426F0ECFFB}" destId="{CB89D644-FCE1-4751-8BE5-E03F711CEC9C}" srcOrd="0" destOrd="0" presId="urn:microsoft.com/office/officeart/2008/layout/VerticalCurvedList#1"/>
    <dgm:cxn modelId="{99598C01-2305-43D6-8603-69C74E1C2333}" type="presParOf" srcId="{CB89D644-FCE1-4751-8BE5-E03F711CEC9C}" destId="{9821FE02-FADB-456B-A1C1-BBEF6570F339}" srcOrd="0" destOrd="0" presId="urn:microsoft.com/office/officeart/2008/layout/VerticalCurvedList#1"/>
    <dgm:cxn modelId="{DFA99B75-F9DD-4B6B-A900-866E87ACB7D1}" type="presParOf" srcId="{CB89D644-FCE1-4751-8BE5-E03F711CEC9C}" destId="{6212D5E1-7364-4145-B24B-B7620D33A755}" srcOrd="1" destOrd="0" presId="urn:microsoft.com/office/officeart/2008/layout/VerticalCurvedList#1"/>
    <dgm:cxn modelId="{CA31A3CC-73D5-49F9-A5F2-2279292F0821}" type="presParOf" srcId="{CB89D644-FCE1-4751-8BE5-E03F711CEC9C}" destId="{62E22647-0845-4034-9F71-661F4CF57F6E}" srcOrd="2" destOrd="0" presId="urn:microsoft.com/office/officeart/2008/layout/VerticalCurvedList#1"/>
    <dgm:cxn modelId="{89449730-6959-490D-9623-F4518DC6F424}" type="presParOf" srcId="{CB89D644-FCE1-4751-8BE5-E03F711CEC9C}" destId="{83DA0CA6-3FFE-46C4-B53C-027FF8268336}" srcOrd="3" destOrd="0" presId="urn:microsoft.com/office/officeart/2008/layout/VerticalCurvedList#1"/>
    <dgm:cxn modelId="{7717C8BC-7A37-44A0-B4B3-CC4C28A4AC13}" type="presParOf" srcId="{6AB60304-65CE-4414-8079-A4426F0ECFFB}" destId="{F9A7A5F8-9D19-4E4F-89BF-00DB5CF97E65}" srcOrd="1" destOrd="0" presId="urn:microsoft.com/office/officeart/2008/layout/VerticalCurvedList#1"/>
    <dgm:cxn modelId="{2E9493F9-1E52-4BB4-8A93-BF62A96FC336}" type="presParOf" srcId="{6AB60304-65CE-4414-8079-A4426F0ECFFB}" destId="{233D0E5E-2DA5-4331-8B0B-A9911BF835C9}" srcOrd="2" destOrd="0" presId="urn:microsoft.com/office/officeart/2008/layout/VerticalCurvedList#1"/>
    <dgm:cxn modelId="{47CA9BB8-131F-43B9-B300-4A3267D23C3B}" type="presParOf" srcId="{233D0E5E-2DA5-4331-8B0B-A9911BF835C9}" destId="{742033A9-DAE9-41E9-BCC3-5A79E63F163C}" srcOrd="0" destOrd="0" presId="urn:microsoft.com/office/officeart/2008/layout/VerticalCurvedList#1"/>
    <dgm:cxn modelId="{3EB9C400-6DE6-4EE6-AA8A-54CABF7BB0F6}" type="presParOf" srcId="{6AB60304-65CE-4414-8079-A4426F0ECFFB}" destId="{F45801C7-3716-4281-8885-6294CBCAB0B0}" srcOrd="3" destOrd="0" presId="urn:microsoft.com/office/officeart/2008/layout/VerticalCurvedList#1"/>
    <dgm:cxn modelId="{226E1D6C-75EF-4B39-AEF4-F5B905D1111C}" type="presParOf" srcId="{6AB60304-65CE-4414-8079-A4426F0ECFFB}" destId="{7AC4F7A8-31AC-4FAC-9640-5E75826A57F0}" srcOrd="4" destOrd="0" presId="urn:microsoft.com/office/officeart/2008/layout/VerticalCurvedList#1"/>
    <dgm:cxn modelId="{65BC553D-144D-446F-B01C-5AB76649B7F4}" type="presParOf" srcId="{7AC4F7A8-31AC-4FAC-9640-5E75826A57F0}" destId="{DE3B0A3E-06FA-478F-B5FA-AD3C15E6CD0B}" srcOrd="0" destOrd="0" presId="urn:microsoft.com/office/officeart/2008/layout/VerticalCurvedList#1"/>
    <dgm:cxn modelId="{0FD8531A-7CFA-46B8-81C2-C7C409853C2D}" type="presParOf" srcId="{6AB60304-65CE-4414-8079-A4426F0ECFFB}" destId="{44DD834D-0101-4DF7-8946-5EAF3FBAE194}" srcOrd="5" destOrd="0" presId="urn:microsoft.com/office/officeart/2008/layout/VerticalCurvedList#1"/>
    <dgm:cxn modelId="{1D26A0F6-F46D-4122-AB38-37779CC56C8A}" type="presParOf" srcId="{6AB60304-65CE-4414-8079-A4426F0ECFFB}" destId="{8F0DBAA0-2FDE-4CE8-A414-F8876A88BFF0}" srcOrd="6" destOrd="0" presId="urn:microsoft.com/office/officeart/2008/layout/VerticalCurvedList#1"/>
    <dgm:cxn modelId="{12866847-FCA8-4E23-899F-6C1EDF311A20}" type="presParOf" srcId="{8F0DBAA0-2FDE-4CE8-A414-F8876A88BFF0}" destId="{7C6293A1-152E-4F23-9031-2777E3123126}" srcOrd="0" destOrd="0" presId="urn:microsoft.com/office/officeart/2008/layout/VerticalCurvedList#1"/>
    <dgm:cxn modelId="{701DE364-4948-465E-A8D7-8D9B6155C67C}" type="presParOf" srcId="{6AB60304-65CE-4414-8079-A4426F0ECFFB}" destId="{345FD929-D101-4CE3-812E-9CA6D1EEA852}" srcOrd="7" destOrd="0" presId="urn:microsoft.com/office/officeart/2008/layout/VerticalCurvedList#1"/>
    <dgm:cxn modelId="{E8B0888D-7786-4551-9184-9F25948125F5}" type="presParOf" srcId="{6AB60304-65CE-4414-8079-A4426F0ECFFB}" destId="{82992219-C697-42BC-AA2F-6CD8175DD602}" srcOrd="8" destOrd="0" presId="urn:microsoft.com/office/officeart/2008/layout/VerticalCurvedList#1"/>
    <dgm:cxn modelId="{2403748F-C37E-456D-BDF3-70DDA2CD32A4}" type="presParOf" srcId="{82992219-C697-42BC-AA2F-6CD8175DD602}" destId="{FC73CA5C-69A7-4A30-81BF-52507C3CC840}" srcOrd="0" destOrd="0" presId="urn:microsoft.com/office/officeart/2008/layout/VerticalCurvedList#1"/>
    <dgm:cxn modelId="{A2921315-08A9-431B-B6D9-A6E9FA1EBEE2}" type="presParOf" srcId="{6AB60304-65CE-4414-8079-A4426F0ECFFB}" destId="{D08B379A-8B33-4A96-9167-06669BBD54C5}" srcOrd="9" destOrd="0" presId="urn:microsoft.com/office/officeart/2008/layout/VerticalCurvedList#1"/>
    <dgm:cxn modelId="{65A1A613-DD45-4B29-8385-B2AC0E2C158C}" type="presParOf" srcId="{6AB60304-65CE-4414-8079-A4426F0ECFFB}" destId="{E3A2A2C4-F174-484A-A53D-BC278A0FD78E}" srcOrd="10" destOrd="0" presId="urn:microsoft.com/office/officeart/2008/layout/VerticalCurvedList#1"/>
    <dgm:cxn modelId="{3028DA4D-64A7-4C2D-9470-B4CC39FFBE53}" type="presParOf" srcId="{E3A2A2C4-F174-484A-A53D-BC278A0FD78E}" destId="{7246DF48-3703-4DBC-803E-9991B22C3ABA}" srcOrd="0" destOrd="0" presId="urn:microsoft.com/office/officeart/2008/layout/VerticalCurvedList#1"/>
    <dgm:cxn modelId="{4DA65F19-9CA8-41C9-84F1-E260620DEB52}" type="presParOf" srcId="{6AB60304-65CE-4414-8079-A4426F0ECFFB}" destId="{2B666720-586F-421D-8ADB-54050A35BCC4}" srcOrd="11" destOrd="0" presId="urn:microsoft.com/office/officeart/2008/layout/VerticalCurvedList#1"/>
    <dgm:cxn modelId="{2CF3B276-7714-446D-A843-80ED521ECC9E}" type="presParOf" srcId="{6AB60304-65CE-4414-8079-A4426F0ECFFB}" destId="{F22FA3C3-4F86-492D-8EE0-79665AC47F8B}" srcOrd="12" destOrd="0" presId="urn:microsoft.com/office/officeart/2008/layout/VerticalCurvedList#1"/>
    <dgm:cxn modelId="{9DE40E83-DE50-493B-AED9-8931A532AF42}" type="presParOf" srcId="{F22FA3C3-4F86-492D-8EE0-79665AC47F8B}" destId="{34FEF055-815E-4812-9CEC-8C08F1FCE2B9}" srcOrd="0" destOrd="0" presId="urn:microsoft.com/office/officeart/2008/layout/VerticalCurvedLis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0A867A-5731-4106-B150-BC890DB745C4}" type="doc">
      <dgm:prSet loTypeId="urn:microsoft.com/office/officeart/2005/8/layout/process3#1" loCatId="process" qsTypeId="urn:microsoft.com/office/officeart/2005/8/quickstyle/simple1#5" qsCatId="simple" csTypeId="urn:microsoft.com/office/officeart/2005/8/colors/accent1_2#4" csCatId="accent1" phldr="1"/>
      <dgm:spPr/>
      <dgm:t>
        <a:bodyPr/>
        <a:lstStyle/>
        <a:p>
          <a:endParaRPr lang="zh-CN" altLang="en-US"/>
        </a:p>
      </dgm:t>
    </dgm:pt>
    <dgm:pt modelId="{13ECDBE3-F4C5-4D5F-BB47-5EB422F1A1CE}">
      <dgm:prSet phldrT="[文本]"/>
      <dgm:spPr/>
      <dgm:t>
        <a:bodyPr/>
        <a:lstStyle/>
        <a:p>
          <a:r>
            <a:rPr lang="en-US" altLang="zh-CN" dirty="0"/>
            <a:t>HCCF</a:t>
          </a:r>
          <a:endParaRPr lang="zh-CN" altLang="en-US" dirty="0"/>
        </a:p>
      </dgm:t>
    </dgm:pt>
    <dgm:pt modelId="{40F5EF83-7EF1-4074-A63A-1DD7BBCB2EE5}" type="parTrans" cxnId="{4C80D459-FA73-41C5-B5CA-DEC474C6516F}">
      <dgm:prSet/>
      <dgm:spPr/>
      <dgm:t>
        <a:bodyPr/>
        <a:lstStyle/>
        <a:p>
          <a:endParaRPr lang="zh-CN" altLang="en-US"/>
        </a:p>
      </dgm:t>
    </dgm:pt>
    <dgm:pt modelId="{76DD9E65-1B90-496B-96CD-E53E61B29F17}" type="sibTrans" cxnId="{4C80D459-FA73-41C5-B5CA-DEC474C6516F}">
      <dgm:prSet/>
      <dgm:spPr/>
      <dgm:t>
        <a:bodyPr/>
        <a:lstStyle/>
        <a:p>
          <a:endParaRPr lang="zh-CN" altLang="en-US"/>
        </a:p>
      </dgm:t>
    </dgm:pt>
    <dgm:pt modelId="{7A0E6A00-728D-414C-8718-C562255B64AC}">
      <dgm:prSet phldrT="[文本]"/>
      <dgm:spPr/>
      <dgm:t>
        <a:bodyPr/>
        <a:lstStyle/>
        <a:p>
          <a:r>
            <a:rPr lang="zh-CN" altLang="en-US" dirty="0"/>
            <a:t>金属蛋白酶（底物广泛）</a:t>
          </a:r>
        </a:p>
      </dgm:t>
    </dgm:pt>
    <dgm:pt modelId="{553E97A0-9DC7-4711-8920-A17BD8D82E15}" type="parTrans" cxnId="{6448502F-736D-4C7B-939E-8B77BB1114FA}">
      <dgm:prSet/>
      <dgm:spPr/>
      <dgm:t>
        <a:bodyPr/>
        <a:lstStyle/>
        <a:p>
          <a:endParaRPr lang="zh-CN" altLang="en-US"/>
        </a:p>
      </dgm:t>
    </dgm:pt>
    <dgm:pt modelId="{7CE0765B-ADE3-444D-B7E6-0D2BAE6F65E0}" type="sibTrans" cxnId="{6448502F-736D-4C7B-939E-8B77BB1114FA}">
      <dgm:prSet/>
      <dgm:spPr/>
      <dgm:t>
        <a:bodyPr/>
        <a:lstStyle/>
        <a:p>
          <a:endParaRPr lang="zh-CN" altLang="en-US"/>
        </a:p>
      </dgm:t>
    </dgm:pt>
    <dgm:pt modelId="{50ED417B-5DEE-4540-BD0B-ABD3BC83E353}">
      <dgm:prSet phldrT="[文本]"/>
      <dgm:spPr/>
      <dgm:t>
        <a:bodyPr/>
        <a:lstStyle/>
        <a:p>
          <a:r>
            <a:rPr lang="en-US" altLang="zh-CN" dirty="0"/>
            <a:t>Post </a:t>
          </a:r>
          <a:r>
            <a:rPr lang="en-US" altLang="zh-CN" dirty="0" err="1"/>
            <a:t>ProA</a:t>
          </a:r>
          <a:endParaRPr lang="zh-CN" altLang="en-US" dirty="0"/>
        </a:p>
      </dgm:t>
    </dgm:pt>
    <dgm:pt modelId="{E5C3EDAC-D57C-4BF9-B2D0-CDD2752FCA4E}" type="parTrans" cxnId="{A4F5BF78-383B-46F6-AB68-735DA4A0C594}">
      <dgm:prSet/>
      <dgm:spPr/>
      <dgm:t>
        <a:bodyPr/>
        <a:lstStyle/>
        <a:p>
          <a:endParaRPr lang="zh-CN" altLang="en-US"/>
        </a:p>
      </dgm:t>
    </dgm:pt>
    <dgm:pt modelId="{9BA97086-12AF-4C45-97C8-726A5744EAFB}" type="sibTrans" cxnId="{A4F5BF78-383B-46F6-AB68-735DA4A0C594}">
      <dgm:prSet/>
      <dgm:spPr/>
      <dgm:t>
        <a:bodyPr/>
        <a:lstStyle/>
        <a:p>
          <a:endParaRPr lang="zh-CN" altLang="en-US"/>
        </a:p>
      </dgm:t>
    </dgm:pt>
    <dgm:pt modelId="{63C0027B-305E-4B2F-92B3-B8075AEEE64C}">
      <dgm:prSet phldrT="[文本]"/>
      <dgm:spPr/>
      <dgm:t>
        <a:bodyPr/>
        <a:lstStyle/>
        <a:p>
          <a:r>
            <a:rPr lang="zh-CN" altLang="en-US" dirty="0"/>
            <a:t>金属蛋白酶</a:t>
          </a:r>
        </a:p>
      </dgm:t>
    </dgm:pt>
    <dgm:pt modelId="{945826F7-6912-4EA1-9C1F-ED21E9DE4917}" type="parTrans" cxnId="{68379225-D560-4599-90BA-8F33C3820605}">
      <dgm:prSet/>
      <dgm:spPr/>
      <dgm:t>
        <a:bodyPr/>
        <a:lstStyle/>
        <a:p>
          <a:endParaRPr lang="zh-CN" altLang="en-US"/>
        </a:p>
      </dgm:t>
    </dgm:pt>
    <dgm:pt modelId="{8A13C594-651E-45F2-A97C-985981F08339}" type="sibTrans" cxnId="{68379225-D560-4599-90BA-8F33C3820605}">
      <dgm:prSet/>
      <dgm:spPr/>
      <dgm:t>
        <a:bodyPr/>
        <a:lstStyle/>
        <a:p>
          <a:endParaRPr lang="zh-CN" altLang="en-US"/>
        </a:p>
      </dgm:t>
    </dgm:pt>
    <dgm:pt modelId="{3F51494D-8A41-4C1A-A122-B4F7E34010CA}">
      <dgm:prSet phldrT="[文本]"/>
      <dgm:spPr/>
      <dgm:t>
        <a:bodyPr/>
        <a:lstStyle/>
        <a:p>
          <a:r>
            <a:rPr lang="en-US" altLang="zh-CN" dirty="0"/>
            <a:t>Post IEX</a:t>
          </a:r>
          <a:endParaRPr lang="zh-CN" altLang="en-US" dirty="0"/>
        </a:p>
      </dgm:t>
    </dgm:pt>
    <dgm:pt modelId="{373CB46A-DD84-4169-BC1C-0E850E31A3D0}" type="parTrans" cxnId="{2EEB4CF5-C4F8-4B55-8499-F750FB3FF01D}">
      <dgm:prSet/>
      <dgm:spPr/>
      <dgm:t>
        <a:bodyPr/>
        <a:lstStyle/>
        <a:p>
          <a:endParaRPr lang="zh-CN" altLang="en-US"/>
        </a:p>
      </dgm:t>
    </dgm:pt>
    <dgm:pt modelId="{9D60A9E6-1FA5-4D35-ACF7-5DF17F4EC2FC}" type="sibTrans" cxnId="{2EEB4CF5-C4F8-4B55-8499-F750FB3FF01D}">
      <dgm:prSet/>
      <dgm:spPr/>
      <dgm:t>
        <a:bodyPr/>
        <a:lstStyle/>
        <a:p>
          <a:endParaRPr lang="zh-CN" altLang="en-US"/>
        </a:p>
      </dgm:t>
    </dgm:pt>
    <dgm:pt modelId="{F7757F06-BAAC-4696-92A4-3C80B43482DF}">
      <dgm:prSet phldrT="[文本]"/>
      <dgm:spPr/>
      <dgm:t>
        <a:bodyPr/>
        <a:lstStyle/>
        <a:p>
          <a:r>
            <a:rPr lang="zh-CN" altLang="en-US" dirty="0"/>
            <a:t>金属蛋白酶</a:t>
          </a:r>
        </a:p>
      </dgm:t>
    </dgm:pt>
    <dgm:pt modelId="{B2473945-DA84-4089-BBF4-A5CCBE1E92D7}" type="parTrans" cxnId="{A8307FEB-DB4C-46A7-B529-064D6DE5AD97}">
      <dgm:prSet/>
      <dgm:spPr/>
      <dgm:t>
        <a:bodyPr/>
        <a:lstStyle/>
        <a:p>
          <a:endParaRPr lang="zh-CN" altLang="en-US"/>
        </a:p>
      </dgm:t>
    </dgm:pt>
    <dgm:pt modelId="{A3D99B17-65B4-40E5-A55E-A44BE0D704E3}" type="sibTrans" cxnId="{A8307FEB-DB4C-46A7-B529-064D6DE5AD97}">
      <dgm:prSet/>
      <dgm:spPr/>
      <dgm:t>
        <a:bodyPr/>
        <a:lstStyle/>
        <a:p>
          <a:endParaRPr lang="zh-CN" altLang="en-US"/>
        </a:p>
      </dgm:t>
    </dgm:pt>
    <dgm:pt modelId="{8D088558-7987-4111-936B-BD0C57E71F1E}">
      <dgm:prSet phldrT="[文本]"/>
      <dgm:spPr/>
      <dgm:t>
        <a:bodyPr/>
        <a:lstStyle/>
        <a:p>
          <a:r>
            <a:rPr lang="zh-CN" altLang="en-US" dirty="0"/>
            <a:t>丝氨酸蛋白酶（</a:t>
          </a:r>
          <a:r>
            <a:rPr lang="en-US" altLang="zh-CN" dirty="0"/>
            <a:t>HRRA1)</a:t>
          </a:r>
          <a:r>
            <a:rPr lang="zh-CN" altLang="en-US" dirty="0"/>
            <a:t>（</a:t>
          </a:r>
          <a:r>
            <a:rPr lang="en-US" altLang="zh-CN" dirty="0"/>
            <a:t>N-</a:t>
          </a:r>
          <a:r>
            <a:rPr lang="zh-CN" altLang="en-US" dirty="0"/>
            <a:t>端切除）</a:t>
          </a:r>
        </a:p>
      </dgm:t>
    </dgm:pt>
    <dgm:pt modelId="{12F0F4A2-A478-4E8D-B235-1C657B77ECD5}" type="parTrans" cxnId="{DB8BEB67-2127-4742-9A91-CD0EEB18F1A9}">
      <dgm:prSet/>
      <dgm:spPr/>
      <dgm:t>
        <a:bodyPr/>
        <a:lstStyle/>
        <a:p>
          <a:endParaRPr lang="zh-CN" altLang="en-US"/>
        </a:p>
      </dgm:t>
    </dgm:pt>
    <dgm:pt modelId="{D3B745D0-D0BE-4E58-822E-760557812AF3}" type="sibTrans" cxnId="{DB8BEB67-2127-4742-9A91-CD0EEB18F1A9}">
      <dgm:prSet/>
      <dgm:spPr/>
      <dgm:t>
        <a:bodyPr/>
        <a:lstStyle/>
        <a:p>
          <a:endParaRPr lang="zh-CN" altLang="en-US"/>
        </a:p>
      </dgm:t>
    </dgm:pt>
    <dgm:pt modelId="{38E039F3-DFEC-442D-9C70-861FC08DA73D}">
      <dgm:prSet phldrT="[文本]"/>
      <dgm:spPr/>
      <dgm:t>
        <a:bodyPr/>
        <a:lstStyle/>
        <a:p>
          <a:r>
            <a:rPr lang="zh-CN" altLang="en-US" dirty="0"/>
            <a:t>组织蛋白酶</a:t>
          </a:r>
          <a:r>
            <a:rPr lang="en-US" altLang="zh-CN" dirty="0"/>
            <a:t>D/B(</a:t>
          </a:r>
          <a:r>
            <a:rPr lang="zh-CN" altLang="en-US" dirty="0"/>
            <a:t>活性天冬氨酸蛋白酶</a:t>
          </a:r>
          <a:r>
            <a:rPr lang="en-US" altLang="zh-CN" dirty="0"/>
            <a:t>)</a:t>
          </a:r>
          <a:endParaRPr lang="zh-CN" altLang="en-US" dirty="0"/>
        </a:p>
      </dgm:t>
    </dgm:pt>
    <dgm:pt modelId="{DA30AA7E-5D73-40EB-9B29-DAA97C3352C5}" type="parTrans" cxnId="{05F252C1-716F-4EBE-83E1-B59E8A72F659}">
      <dgm:prSet/>
      <dgm:spPr/>
      <dgm:t>
        <a:bodyPr/>
        <a:lstStyle/>
        <a:p>
          <a:endParaRPr lang="zh-CN" altLang="en-US"/>
        </a:p>
      </dgm:t>
    </dgm:pt>
    <dgm:pt modelId="{CC24492A-B776-4A77-AE8F-34276C61E5AB}" type="sibTrans" cxnId="{05F252C1-716F-4EBE-83E1-B59E8A72F659}">
      <dgm:prSet/>
      <dgm:spPr/>
      <dgm:t>
        <a:bodyPr/>
        <a:lstStyle/>
        <a:p>
          <a:endParaRPr lang="zh-CN" altLang="en-US"/>
        </a:p>
      </dgm:t>
    </dgm:pt>
    <dgm:pt modelId="{664196C3-C759-4986-81E8-BF4D2951E5B0}">
      <dgm:prSet phldrT="[文本]"/>
      <dgm:spPr/>
      <dgm:t>
        <a:bodyPr/>
        <a:lstStyle/>
        <a:p>
          <a:r>
            <a:rPr lang="zh-CN" altLang="en-US" dirty="0"/>
            <a:t>丝氨酸蛋白酶（</a:t>
          </a:r>
          <a:r>
            <a:rPr lang="en-US" altLang="zh-CN" dirty="0"/>
            <a:t>HRRA1)</a:t>
          </a:r>
          <a:endParaRPr lang="zh-CN" altLang="en-US" dirty="0"/>
        </a:p>
      </dgm:t>
    </dgm:pt>
    <dgm:pt modelId="{7D86B23F-F764-4387-BF26-213EF0D19555}" type="parTrans" cxnId="{1C03CD6F-DD3D-4ED1-96BC-F5778F1401B7}">
      <dgm:prSet/>
      <dgm:spPr/>
      <dgm:t>
        <a:bodyPr/>
        <a:lstStyle/>
        <a:p>
          <a:endParaRPr lang="zh-CN" altLang="en-US"/>
        </a:p>
      </dgm:t>
    </dgm:pt>
    <dgm:pt modelId="{253CC469-FE30-4F73-B8B3-1FE05B03B619}" type="sibTrans" cxnId="{1C03CD6F-DD3D-4ED1-96BC-F5778F1401B7}">
      <dgm:prSet/>
      <dgm:spPr/>
      <dgm:t>
        <a:bodyPr/>
        <a:lstStyle/>
        <a:p>
          <a:endParaRPr lang="zh-CN" altLang="en-US"/>
        </a:p>
      </dgm:t>
    </dgm:pt>
    <dgm:pt modelId="{41738ABD-7B52-4FEE-A84E-3C29BB47B06B}">
      <dgm:prSet phldrT="[文本]"/>
      <dgm:spPr/>
      <dgm:t>
        <a:bodyPr/>
        <a:lstStyle/>
        <a:p>
          <a:r>
            <a:rPr lang="en-US" altLang="zh-CN" dirty="0" err="1"/>
            <a:t>DnaK</a:t>
          </a:r>
          <a:r>
            <a:rPr lang="en-US" altLang="zh-CN" dirty="0"/>
            <a:t>(</a:t>
          </a:r>
          <a:r>
            <a:rPr lang="zh-CN" altLang="en-US" dirty="0"/>
            <a:t>热休克蛋白</a:t>
          </a:r>
          <a:r>
            <a:rPr lang="en-US" altLang="zh-CN" dirty="0"/>
            <a:t>)</a:t>
          </a:r>
          <a:endParaRPr lang="zh-CN" altLang="en-US" dirty="0"/>
        </a:p>
      </dgm:t>
    </dgm:pt>
    <dgm:pt modelId="{46FF00B9-A76C-4B46-8493-5EA1793913A3}" type="parTrans" cxnId="{10A3D44B-70A4-496A-AD56-C5BE098ECA03}">
      <dgm:prSet/>
      <dgm:spPr/>
      <dgm:t>
        <a:bodyPr/>
        <a:lstStyle/>
        <a:p>
          <a:endParaRPr lang="zh-CN" altLang="en-US"/>
        </a:p>
      </dgm:t>
    </dgm:pt>
    <dgm:pt modelId="{8EC162DA-C1FD-40E0-9016-0373E43EE7E5}" type="sibTrans" cxnId="{10A3D44B-70A4-496A-AD56-C5BE098ECA03}">
      <dgm:prSet/>
      <dgm:spPr/>
      <dgm:t>
        <a:bodyPr/>
        <a:lstStyle/>
        <a:p>
          <a:endParaRPr lang="zh-CN" altLang="en-US"/>
        </a:p>
      </dgm:t>
    </dgm:pt>
    <dgm:pt modelId="{A4E82BB9-7075-4FB9-BD77-73050C8B16C7}">
      <dgm:prSet phldrT="[文本]"/>
      <dgm:spPr/>
      <dgm:t>
        <a:bodyPr/>
        <a:lstStyle/>
        <a:p>
          <a:r>
            <a:rPr lang="zh-CN" altLang="en-US" dirty="0"/>
            <a:t>组织蛋白酶</a:t>
          </a:r>
        </a:p>
      </dgm:t>
    </dgm:pt>
    <dgm:pt modelId="{719910B1-58DC-464F-A3E5-ABF00BF6CC9A}" type="parTrans" cxnId="{11035CE8-5E87-4F22-9175-6B8AB6444FBE}">
      <dgm:prSet/>
      <dgm:spPr/>
      <dgm:t>
        <a:bodyPr/>
        <a:lstStyle/>
        <a:p>
          <a:endParaRPr lang="zh-CN" altLang="en-US"/>
        </a:p>
      </dgm:t>
    </dgm:pt>
    <dgm:pt modelId="{6FB98289-284D-4FE8-8281-F919D5CAC9DF}" type="sibTrans" cxnId="{11035CE8-5E87-4F22-9175-6B8AB6444FBE}">
      <dgm:prSet/>
      <dgm:spPr/>
      <dgm:t>
        <a:bodyPr/>
        <a:lstStyle/>
        <a:p>
          <a:endParaRPr lang="zh-CN" altLang="en-US"/>
        </a:p>
      </dgm:t>
    </dgm:pt>
    <dgm:pt modelId="{ED722901-338A-4CD2-8DF5-684184C8CE80}">
      <dgm:prSet phldrT="[文本]"/>
      <dgm:spPr/>
      <dgm:t>
        <a:bodyPr/>
        <a:lstStyle/>
        <a:p>
          <a:r>
            <a:rPr lang="zh-CN" altLang="en-US" dirty="0"/>
            <a:t>丝氨酸蛋白酶（</a:t>
          </a:r>
          <a:r>
            <a:rPr lang="en-US" altLang="zh-CN" dirty="0"/>
            <a:t>HRRA1)</a:t>
          </a:r>
          <a:endParaRPr lang="zh-CN" altLang="en-US" dirty="0"/>
        </a:p>
      </dgm:t>
    </dgm:pt>
    <dgm:pt modelId="{B825DED6-6DD0-4AB3-A726-6A8EB00AF6CD}" type="parTrans" cxnId="{887C94D9-453D-4905-8DDA-FA6A88DA6584}">
      <dgm:prSet/>
      <dgm:spPr/>
      <dgm:t>
        <a:bodyPr/>
        <a:lstStyle/>
        <a:p>
          <a:endParaRPr lang="zh-CN" altLang="en-US"/>
        </a:p>
      </dgm:t>
    </dgm:pt>
    <dgm:pt modelId="{4AE3BE04-A0B2-40EE-A73B-78BBB4E9E15A}" type="sibTrans" cxnId="{887C94D9-453D-4905-8DDA-FA6A88DA6584}">
      <dgm:prSet/>
      <dgm:spPr/>
      <dgm:t>
        <a:bodyPr/>
        <a:lstStyle/>
        <a:p>
          <a:endParaRPr lang="zh-CN" altLang="en-US"/>
        </a:p>
      </dgm:t>
    </dgm:pt>
    <dgm:pt modelId="{8A3F0A24-BEED-48C3-8EAF-89C56A2DFA96}">
      <dgm:prSet phldrT="[文本]"/>
      <dgm:spPr/>
      <dgm:t>
        <a:bodyPr/>
        <a:lstStyle/>
        <a:p>
          <a:r>
            <a:rPr lang="zh-CN" altLang="en-US" dirty="0"/>
            <a:t>天冬酰胺内肽酶（溶酶体半胱氨酸蛋白酶）</a:t>
          </a:r>
        </a:p>
      </dgm:t>
    </dgm:pt>
    <dgm:pt modelId="{21DEAE92-CD7E-49C1-862C-E57889701D9D}" type="parTrans" cxnId="{22EE936A-1250-4F25-A28E-3DF79475106A}">
      <dgm:prSet/>
      <dgm:spPr/>
      <dgm:t>
        <a:bodyPr/>
        <a:lstStyle/>
        <a:p>
          <a:endParaRPr lang="zh-CN" altLang="en-US"/>
        </a:p>
      </dgm:t>
    </dgm:pt>
    <dgm:pt modelId="{7C9B1BD5-9144-405B-BCF6-715CE080518E}" type="sibTrans" cxnId="{22EE936A-1250-4F25-A28E-3DF79475106A}">
      <dgm:prSet/>
      <dgm:spPr/>
      <dgm:t>
        <a:bodyPr/>
        <a:lstStyle/>
        <a:p>
          <a:endParaRPr lang="zh-CN" altLang="en-US"/>
        </a:p>
      </dgm:t>
    </dgm:pt>
    <dgm:pt modelId="{31522735-7351-4C0E-8C64-44DEA27A7014}">
      <dgm:prSet phldrT="[文本]"/>
      <dgm:spPr/>
      <dgm:t>
        <a:bodyPr/>
        <a:lstStyle/>
        <a:p>
          <a:r>
            <a:rPr lang="en-US" altLang="zh-CN" dirty="0" err="1"/>
            <a:t>BiP</a:t>
          </a:r>
          <a:r>
            <a:rPr lang="en-US" altLang="zh-CN" dirty="0"/>
            <a:t>(</a:t>
          </a:r>
          <a:r>
            <a:rPr lang="zh-CN" altLang="en-US" dirty="0"/>
            <a:t>葡糖调节蛋白</a:t>
          </a:r>
          <a:r>
            <a:rPr lang="en-US" altLang="zh-CN" dirty="0"/>
            <a:t>)</a:t>
          </a:r>
          <a:endParaRPr lang="zh-CN" altLang="en-US" dirty="0"/>
        </a:p>
      </dgm:t>
    </dgm:pt>
    <dgm:pt modelId="{EF2AE907-03CE-4D62-AB97-449F13517136}" type="parTrans" cxnId="{FBCDC3BD-1837-4782-9612-1D90A1939256}">
      <dgm:prSet/>
      <dgm:spPr/>
      <dgm:t>
        <a:bodyPr/>
        <a:lstStyle/>
        <a:p>
          <a:endParaRPr lang="zh-CN" altLang="en-US"/>
        </a:p>
      </dgm:t>
    </dgm:pt>
    <dgm:pt modelId="{07EEF055-5A46-4615-BCE0-53E4C046F526}" type="sibTrans" cxnId="{FBCDC3BD-1837-4782-9612-1D90A1939256}">
      <dgm:prSet/>
      <dgm:spPr/>
      <dgm:t>
        <a:bodyPr/>
        <a:lstStyle/>
        <a:p>
          <a:endParaRPr lang="zh-CN" altLang="en-US"/>
        </a:p>
      </dgm:t>
    </dgm:pt>
    <dgm:pt modelId="{33F20AF3-BB0B-40AA-A765-D7B8F6F16A42}">
      <dgm:prSet phldrT="[文本]"/>
      <dgm:spPr/>
      <dgm:t>
        <a:bodyPr/>
        <a:lstStyle/>
        <a:p>
          <a:r>
            <a:rPr lang="zh-CN" altLang="en-US" dirty="0"/>
            <a:t>唾液酸酶（水解糖蛋白多糖侧链）</a:t>
          </a:r>
        </a:p>
      </dgm:t>
    </dgm:pt>
    <dgm:pt modelId="{67B34F9C-2177-494C-9EF6-EE4213F39C00}" type="parTrans" cxnId="{71473246-30FC-4A18-968A-D604C473913E}">
      <dgm:prSet/>
      <dgm:spPr/>
      <dgm:t>
        <a:bodyPr/>
        <a:lstStyle/>
        <a:p>
          <a:endParaRPr lang="zh-CN" altLang="en-US"/>
        </a:p>
      </dgm:t>
    </dgm:pt>
    <dgm:pt modelId="{5CC764DE-1554-4CE2-855C-A6A851472B93}" type="sibTrans" cxnId="{71473246-30FC-4A18-968A-D604C473913E}">
      <dgm:prSet/>
      <dgm:spPr/>
      <dgm:t>
        <a:bodyPr/>
        <a:lstStyle/>
        <a:p>
          <a:endParaRPr lang="zh-CN" altLang="en-US"/>
        </a:p>
      </dgm:t>
    </dgm:pt>
    <dgm:pt modelId="{4A8AFEE7-B338-4D6E-98AB-D2916B7D8B3E}">
      <dgm:prSet phldrT="[文本]"/>
      <dgm:spPr/>
      <dgm:t>
        <a:bodyPr/>
        <a:lstStyle/>
        <a:p>
          <a:r>
            <a:rPr lang="en-US" altLang="zh-CN" dirty="0"/>
            <a:t>PDI(</a:t>
          </a:r>
          <a:r>
            <a:rPr lang="zh-CN" altLang="en-US" dirty="0"/>
            <a:t>还原二硫键</a:t>
          </a:r>
          <a:r>
            <a:rPr lang="en-US" altLang="zh-CN" dirty="0"/>
            <a:t>)</a:t>
          </a:r>
          <a:endParaRPr lang="zh-CN" altLang="en-US" dirty="0"/>
        </a:p>
      </dgm:t>
    </dgm:pt>
    <dgm:pt modelId="{717CE28B-E202-459A-8C8C-1EBE66FE6062}" type="parTrans" cxnId="{71755732-7B50-4225-86DE-11EF4EC7C740}">
      <dgm:prSet/>
      <dgm:spPr/>
      <dgm:t>
        <a:bodyPr/>
        <a:lstStyle/>
        <a:p>
          <a:endParaRPr lang="zh-CN" altLang="en-US"/>
        </a:p>
      </dgm:t>
    </dgm:pt>
    <dgm:pt modelId="{C5E5CBA8-1594-4702-85C5-2D4030B4736C}" type="sibTrans" cxnId="{71755732-7B50-4225-86DE-11EF4EC7C740}">
      <dgm:prSet/>
      <dgm:spPr/>
      <dgm:t>
        <a:bodyPr/>
        <a:lstStyle/>
        <a:p>
          <a:endParaRPr lang="zh-CN" altLang="en-US"/>
        </a:p>
      </dgm:t>
    </dgm:pt>
    <dgm:pt modelId="{C707DFB2-4B52-41A9-A40A-09844A40712E}" type="pres">
      <dgm:prSet presAssocID="{910A867A-5731-4106-B150-BC890DB745C4}" presName="linearFlow" presStyleCnt="0">
        <dgm:presLayoutVars>
          <dgm:dir/>
          <dgm:animLvl val="lvl"/>
          <dgm:resizeHandles val="exact"/>
        </dgm:presLayoutVars>
      </dgm:prSet>
      <dgm:spPr/>
    </dgm:pt>
    <dgm:pt modelId="{8F177FD2-5D0E-4C14-9E61-EEF2DB8453B4}" type="pres">
      <dgm:prSet presAssocID="{13ECDBE3-F4C5-4D5F-BB47-5EB422F1A1CE}" presName="composite" presStyleCnt="0"/>
      <dgm:spPr/>
    </dgm:pt>
    <dgm:pt modelId="{80D33221-DAD2-4775-81F8-590FC4612068}" type="pres">
      <dgm:prSet presAssocID="{13ECDBE3-F4C5-4D5F-BB47-5EB422F1A1CE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BD10369-CAC2-4DD0-BF6F-236FB0D9BC09}" type="pres">
      <dgm:prSet presAssocID="{13ECDBE3-F4C5-4D5F-BB47-5EB422F1A1CE}" presName="parSh" presStyleLbl="node1" presStyleIdx="0" presStyleCnt="3"/>
      <dgm:spPr/>
    </dgm:pt>
    <dgm:pt modelId="{F982AECB-6A24-4D2E-B631-BF3C8945406E}" type="pres">
      <dgm:prSet presAssocID="{13ECDBE3-F4C5-4D5F-BB47-5EB422F1A1CE}" presName="desTx" presStyleLbl="fgAcc1" presStyleIdx="0" presStyleCnt="3">
        <dgm:presLayoutVars>
          <dgm:bulletEnabled val="1"/>
        </dgm:presLayoutVars>
      </dgm:prSet>
      <dgm:spPr/>
    </dgm:pt>
    <dgm:pt modelId="{37756B86-B227-4ECB-A4FA-6DE2C8AB9FD6}" type="pres">
      <dgm:prSet presAssocID="{76DD9E65-1B90-496B-96CD-E53E61B29F17}" presName="sibTrans" presStyleLbl="sibTrans2D1" presStyleIdx="0" presStyleCnt="2"/>
      <dgm:spPr/>
    </dgm:pt>
    <dgm:pt modelId="{7EEF1F51-B843-435D-8FEE-4CC9447811EA}" type="pres">
      <dgm:prSet presAssocID="{76DD9E65-1B90-496B-96CD-E53E61B29F17}" presName="connTx" presStyleLbl="sibTrans2D1" presStyleIdx="0" presStyleCnt="2"/>
      <dgm:spPr/>
    </dgm:pt>
    <dgm:pt modelId="{A390FE6C-35FB-47E5-AC0F-2A3E9AE72F5F}" type="pres">
      <dgm:prSet presAssocID="{50ED417B-5DEE-4540-BD0B-ABD3BC83E353}" presName="composite" presStyleCnt="0"/>
      <dgm:spPr/>
    </dgm:pt>
    <dgm:pt modelId="{EFAACC5F-6A1B-4423-8635-73E74E3686E3}" type="pres">
      <dgm:prSet presAssocID="{50ED417B-5DEE-4540-BD0B-ABD3BC83E353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EA72C98-62A5-4B88-8CD0-C273233E7C4A}" type="pres">
      <dgm:prSet presAssocID="{50ED417B-5DEE-4540-BD0B-ABD3BC83E353}" presName="parSh" presStyleLbl="node1" presStyleIdx="1" presStyleCnt="3"/>
      <dgm:spPr/>
    </dgm:pt>
    <dgm:pt modelId="{AB1CDC71-7E4A-4C26-8FCE-9F48D656055F}" type="pres">
      <dgm:prSet presAssocID="{50ED417B-5DEE-4540-BD0B-ABD3BC83E353}" presName="desTx" presStyleLbl="fgAcc1" presStyleIdx="1" presStyleCnt="3">
        <dgm:presLayoutVars>
          <dgm:bulletEnabled val="1"/>
        </dgm:presLayoutVars>
      </dgm:prSet>
      <dgm:spPr/>
    </dgm:pt>
    <dgm:pt modelId="{5864686E-2111-446F-9202-22FBCDE93DE0}" type="pres">
      <dgm:prSet presAssocID="{9BA97086-12AF-4C45-97C8-726A5744EAFB}" presName="sibTrans" presStyleLbl="sibTrans2D1" presStyleIdx="1" presStyleCnt="2"/>
      <dgm:spPr/>
    </dgm:pt>
    <dgm:pt modelId="{DF1EF24F-DB6C-450E-A152-D6CD3A9EA577}" type="pres">
      <dgm:prSet presAssocID="{9BA97086-12AF-4C45-97C8-726A5744EAFB}" presName="connTx" presStyleLbl="sibTrans2D1" presStyleIdx="1" presStyleCnt="2"/>
      <dgm:spPr/>
    </dgm:pt>
    <dgm:pt modelId="{E67BA983-8D0B-4901-96F2-8007D90540B8}" type="pres">
      <dgm:prSet presAssocID="{3F51494D-8A41-4C1A-A122-B4F7E34010CA}" presName="composite" presStyleCnt="0"/>
      <dgm:spPr/>
    </dgm:pt>
    <dgm:pt modelId="{326A74E2-E93D-436E-A0E6-FE7F4FA035D2}" type="pres">
      <dgm:prSet presAssocID="{3F51494D-8A41-4C1A-A122-B4F7E34010CA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A73AC88B-62D5-4761-8A68-5E2F64EA804E}" type="pres">
      <dgm:prSet presAssocID="{3F51494D-8A41-4C1A-A122-B4F7E34010CA}" presName="parSh" presStyleLbl="node1" presStyleIdx="2" presStyleCnt="3"/>
      <dgm:spPr/>
    </dgm:pt>
    <dgm:pt modelId="{E40A8AB2-EE1D-4540-9EF5-C81968B19CC2}" type="pres">
      <dgm:prSet presAssocID="{3F51494D-8A41-4C1A-A122-B4F7E34010CA}" presName="desTx" presStyleLbl="fgAcc1" presStyleIdx="2" presStyleCnt="3">
        <dgm:presLayoutVars>
          <dgm:bulletEnabled val="1"/>
        </dgm:presLayoutVars>
      </dgm:prSet>
      <dgm:spPr/>
    </dgm:pt>
  </dgm:ptLst>
  <dgm:cxnLst>
    <dgm:cxn modelId="{C65C9701-FA98-4510-B129-D99B48D3C6E1}" type="presOf" srcId="{3F51494D-8A41-4C1A-A122-B4F7E34010CA}" destId="{326A74E2-E93D-436E-A0E6-FE7F4FA035D2}" srcOrd="0" destOrd="0" presId="urn:microsoft.com/office/officeart/2005/8/layout/process3#1"/>
    <dgm:cxn modelId="{7F96A60A-CAAB-4F71-855C-79C1AE7BD3AE}" type="presOf" srcId="{76DD9E65-1B90-496B-96CD-E53E61B29F17}" destId="{37756B86-B227-4ECB-A4FA-6DE2C8AB9FD6}" srcOrd="0" destOrd="0" presId="urn:microsoft.com/office/officeart/2005/8/layout/process3#1"/>
    <dgm:cxn modelId="{61A8A91D-F8F9-4462-9E0F-37E9D2D7A037}" type="presOf" srcId="{910A867A-5731-4106-B150-BC890DB745C4}" destId="{C707DFB2-4B52-41A9-A40A-09844A40712E}" srcOrd="0" destOrd="0" presId="urn:microsoft.com/office/officeart/2005/8/layout/process3#1"/>
    <dgm:cxn modelId="{68379225-D560-4599-90BA-8F33C3820605}" srcId="{50ED417B-5DEE-4540-BD0B-ABD3BC83E353}" destId="{63C0027B-305E-4B2F-92B3-B8075AEEE64C}" srcOrd="0" destOrd="0" parTransId="{945826F7-6912-4EA1-9C1F-ED21E9DE4917}" sibTransId="{8A13C594-651E-45F2-A97C-985981F08339}"/>
    <dgm:cxn modelId="{6448502F-736D-4C7B-939E-8B77BB1114FA}" srcId="{13ECDBE3-F4C5-4D5F-BB47-5EB422F1A1CE}" destId="{7A0E6A00-728D-414C-8718-C562255B64AC}" srcOrd="0" destOrd="0" parTransId="{553E97A0-9DC7-4711-8920-A17BD8D82E15}" sibTransId="{7CE0765B-ADE3-444D-B7E6-0D2BAE6F65E0}"/>
    <dgm:cxn modelId="{71755732-7B50-4225-86DE-11EF4EC7C740}" srcId="{3F51494D-8A41-4C1A-A122-B4F7E34010CA}" destId="{4A8AFEE7-B338-4D6E-98AB-D2916B7D8B3E}" srcOrd="5" destOrd="0" parTransId="{717CE28B-E202-459A-8C8C-1EBE66FE6062}" sibTransId="{C5E5CBA8-1594-4702-85C5-2D4030B4736C}"/>
    <dgm:cxn modelId="{8CC34D3F-FBDC-4DA8-94EC-4E80E04F3971}" type="presOf" srcId="{63C0027B-305E-4B2F-92B3-B8075AEEE64C}" destId="{AB1CDC71-7E4A-4C26-8FCE-9F48D656055F}" srcOrd="0" destOrd="0" presId="urn:microsoft.com/office/officeart/2005/8/layout/process3#1"/>
    <dgm:cxn modelId="{F0F78C3F-1676-4626-9528-A16170D2CD80}" type="presOf" srcId="{F7757F06-BAAC-4696-92A4-3C80B43482DF}" destId="{E40A8AB2-EE1D-4540-9EF5-C81968B19CC2}" srcOrd="0" destOrd="0" presId="urn:microsoft.com/office/officeart/2005/8/layout/process3#1"/>
    <dgm:cxn modelId="{71473246-30FC-4A18-968A-D604C473913E}" srcId="{13ECDBE3-F4C5-4D5F-BB47-5EB422F1A1CE}" destId="{33F20AF3-BB0B-40AA-A765-D7B8F6F16A42}" srcOrd="2" destOrd="0" parTransId="{67B34F9C-2177-494C-9EF6-EE4213F39C00}" sibTransId="{5CC764DE-1554-4CE2-855C-A6A851472B93}"/>
    <dgm:cxn modelId="{876F5667-9C86-4490-976F-39B3D2C85200}" type="presOf" srcId="{41738ABD-7B52-4FEE-A84E-3C29BB47B06B}" destId="{AB1CDC71-7E4A-4C26-8FCE-9F48D656055F}" srcOrd="0" destOrd="3" presId="urn:microsoft.com/office/officeart/2005/8/layout/process3#1"/>
    <dgm:cxn modelId="{EC039467-1399-438E-8554-81C9F295E144}" type="presOf" srcId="{8D088558-7987-4111-936B-BD0C57E71F1E}" destId="{F982AECB-6A24-4D2E-B631-BF3C8945406E}" srcOrd="0" destOrd="1" presId="urn:microsoft.com/office/officeart/2005/8/layout/process3#1"/>
    <dgm:cxn modelId="{DB8BEB67-2127-4742-9A91-CD0EEB18F1A9}" srcId="{13ECDBE3-F4C5-4D5F-BB47-5EB422F1A1CE}" destId="{8D088558-7987-4111-936B-BD0C57E71F1E}" srcOrd="1" destOrd="0" parTransId="{12F0F4A2-A478-4E8D-B235-1C657B77ECD5}" sibTransId="{D3B745D0-D0BE-4E58-822E-760557812AF3}"/>
    <dgm:cxn modelId="{22EE936A-1250-4F25-A28E-3DF79475106A}" srcId="{3F51494D-8A41-4C1A-A122-B4F7E34010CA}" destId="{8A3F0A24-BEED-48C3-8EAF-89C56A2DFA96}" srcOrd="3" destOrd="0" parTransId="{21DEAE92-CD7E-49C1-862C-E57889701D9D}" sibTransId="{7C9B1BD5-9144-405B-BCF6-715CE080518E}"/>
    <dgm:cxn modelId="{10A3D44B-70A4-496A-AD56-C5BE098ECA03}" srcId="{50ED417B-5DEE-4540-BD0B-ABD3BC83E353}" destId="{41738ABD-7B52-4FEE-A84E-3C29BB47B06B}" srcOrd="3" destOrd="0" parTransId="{46FF00B9-A76C-4B46-8493-5EA1793913A3}" sibTransId="{8EC162DA-C1FD-40E0-9016-0373E43EE7E5}"/>
    <dgm:cxn modelId="{1C03CD6F-DD3D-4ED1-96BC-F5778F1401B7}" srcId="{50ED417B-5DEE-4540-BD0B-ABD3BC83E353}" destId="{664196C3-C759-4986-81E8-BF4D2951E5B0}" srcOrd="2" destOrd="0" parTransId="{7D86B23F-F764-4387-BF26-213EF0D19555}" sibTransId="{253CC469-FE30-4F73-B8B3-1FE05B03B619}"/>
    <dgm:cxn modelId="{4A0BE076-2915-4986-B8DC-218336F65677}" type="presOf" srcId="{7A0E6A00-728D-414C-8718-C562255B64AC}" destId="{F982AECB-6A24-4D2E-B631-BF3C8945406E}" srcOrd="0" destOrd="0" presId="urn:microsoft.com/office/officeart/2005/8/layout/process3#1"/>
    <dgm:cxn modelId="{DD056857-0C0E-4245-926B-4D2A51B47907}" type="presOf" srcId="{50ED417B-5DEE-4540-BD0B-ABD3BC83E353}" destId="{EFAACC5F-6A1B-4423-8635-73E74E3686E3}" srcOrd="0" destOrd="0" presId="urn:microsoft.com/office/officeart/2005/8/layout/process3#1"/>
    <dgm:cxn modelId="{A4F5BF78-383B-46F6-AB68-735DA4A0C594}" srcId="{910A867A-5731-4106-B150-BC890DB745C4}" destId="{50ED417B-5DEE-4540-BD0B-ABD3BC83E353}" srcOrd="1" destOrd="0" parTransId="{E5C3EDAC-D57C-4BF9-B2D0-CDD2752FCA4E}" sibTransId="{9BA97086-12AF-4C45-97C8-726A5744EAFB}"/>
    <dgm:cxn modelId="{4C80D459-FA73-41C5-B5CA-DEC474C6516F}" srcId="{910A867A-5731-4106-B150-BC890DB745C4}" destId="{13ECDBE3-F4C5-4D5F-BB47-5EB422F1A1CE}" srcOrd="0" destOrd="0" parTransId="{40F5EF83-7EF1-4074-A63A-1DD7BBCB2EE5}" sibTransId="{76DD9E65-1B90-496B-96CD-E53E61B29F17}"/>
    <dgm:cxn modelId="{728D6181-5BDE-4481-84D6-8E630CC13904}" type="presOf" srcId="{13ECDBE3-F4C5-4D5F-BB47-5EB422F1A1CE}" destId="{80D33221-DAD2-4775-81F8-590FC4612068}" srcOrd="0" destOrd="0" presId="urn:microsoft.com/office/officeart/2005/8/layout/process3#1"/>
    <dgm:cxn modelId="{AAD46688-856E-4611-9659-37A108E735F3}" type="presOf" srcId="{76DD9E65-1B90-496B-96CD-E53E61B29F17}" destId="{7EEF1F51-B843-435D-8FEE-4CC9447811EA}" srcOrd="1" destOrd="0" presId="urn:microsoft.com/office/officeart/2005/8/layout/process3#1"/>
    <dgm:cxn modelId="{2A7FC78B-7A30-4D52-98CC-74A6C5BDAFE1}" type="presOf" srcId="{9BA97086-12AF-4C45-97C8-726A5744EAFB}" destId="{5864686E-2111-446F-9202-22FBCDE93DE0}" srcOrd="0" destOrd="0" presId="urn:microsoft.com/office/officeart/2005/8/layout/process3#1"/>
    <dgm:cxn modelId="{9DD23AA0-83BE-48C6-9DAC-AD114F6D4EC9}" type="presOf" srcId="{33F20AF3-BB0B-40AA-A765-D7B8F6F16A42}" destId="{F982AECB-6A24-4D2E-B631-BF3C8945406E}" srcOrd="0" destOrd="2" presId="urn:microsoft.com/office/officeart/2005/8/layout/process3#1"/>
    <dgm:cxn modelId="{A01C3FA5-D1F0-4B92-8EAA-502C59E9EA22}" type="presOf" srcId="{50ED417B-5DEE-4540-BD0B-ABD3BC83E353}" destId="{7EA72C98-62A5-4B88-8CD0-C273233E7C4A}" srcOrd="1" destOrd="0" presId="urn:microsoft.com/office/officeart/2005/8/layout/process3#1"/>
    <dgm:cxn modelId="{DFE192A8-CCDB-4E95-964F-D1F398F83DE7}" type="presOf" srcId="{A4E82BB9-7075-4FB9-BD77-73050C8B16C7}" destId="{E40A8AB2-EE1D-4540-9EF5-C81968B19CC2}" srcOrd="0" destOrd="1" presId="urn:microsoft.com/office/officeart/2005/8/layout/process3#1"/>
    <dgm:cxn modelId="{AFF1CEB6-F31D-4950-8896-1C6BBCBBAD19}" type="presOf" srcId="{13ECDBE3-F4C5-4D5F-BB47-5EB422F1A1CE}" destId="{DBD10369-CAC2-4DD0-BF6F-236FB0D9BC09}" srcOrd="1" destOrd="0" presId="urn:microsoft.com/office/officeart/2005/8/layout/process3#1"/>
    <dgm:cxn modelId="{547CA0B9-A5C2-4B11-9ED6-14A7C5CFD82E}" type="presOf" srcId="{664196C3-C759-4986-81E8-BF4D2951E5B0}" destId="{AB1CDC71-7E4A-4C26-8FCE-9F48D656055F}" srcOrd="0" destOrd="2" presId="urn:microsoft.com/office/officeart/2005/8/layout/process3#1"/>
    <dgm:cxn modelId="{FBCDC3BD-1837-4782-9612-1D90A1939256}" srcId="{3F51494D-8A41-4C1A-A122-B4F7E34010CA}" destId="{31522735-7351-4C0E-8C64-44DEA27A7014}" srcOrd="4" destOrd="0" parTransId="{EF2AE907-03CE-4D62-AB97-449F13517136}" sibTransId="{07EEF055-5A46-4615-BCE0-53E4C046F526}"/>
    <dgm:cxn modelId="{05F252C1-716F-4EBE-83E1-B59E8A72F659}" srcId="{50ED417B-5DEE-4540-BD0B-ABD3BC83E353}" destId="{38E039F3-DFEC-442D-9C70-861FC08DA73D}" srcOrd="1" destOrd="0" parTransId="{DA30AA7E-5D73-40EB-9B29-DAA97C3352C5}" sibTransId="{CC24492A-B776-4A77-AE8F-34276C61E5AB}"/>
    <dgm:cxn modelId="{39D1DBC1-55C7-4DED-A29A-7DF4A96C3831}" type="presOf" srcId="{31522735-7351-4C0E-8C64-44DEA27A7014}" destId="{E40A8AB2-EE1D-4540-9EF5-C81968B19CC2}" srcOrd="0" destOrd="4" presId="urn:microsoft.com/office/officeart/2005/8/layout/process3#1"/>
    <dgm:cxn modelId="{7C69F7C5-3120-4ADD-A9F1-B6B03924B5F0}" type="presOf" srcId="{ED722901-338A-4CD2-8DF5-684184C8CE80}" destId="{E40A8AB2-EE1D-4540-9EF5-C81968B19CC2}" srcOrd="0" destOrd="2" presId="urn:microsoft.com/office/officeart/2005/8/layout/process3#1"/>
    <dgm:cxn modelId="{DAD9F0D8-E62F-4A99-956B-1B8293C829DB}" type="presOf" srcId="{4A8AFEE7-B338-4D6E-98AB-D2916B7D8B3E}" destId="{E40A8AB2-EE1D-4540-9EF5-C81968B19CC2}" srcOrd="0" destOrd="5" presId="urn:microsoft.com/office/officeart/2005/8/layout/process3#1"/>
    <dgm:cxn modelId="{887C94D9-453D-4905-8DDA-FA6A88DA6584}" srcId="{3F51494D-8A41-4C1A-A122-B4F7E34010CA}" destId="{ED722901-338A-4CD2-8DF5-684184C8CE80}" srcOrd="2" destOrd="0" parTransId="{B825DED6-6DD0-4AB3-A726-6A8EB00AF6CD}" sibTransId="{4AE3BE04-A0B2-40EE-A73B-78BBB4E9E15A}"/>
    <dgm:cxn modelId="{8D893CDA-4285-4888-82FA-F75CFFA18497}" type="presOf" srcId="{3F51494D-8A41-4C1A-A122-B4F7E34010CA}" destId="{A73AC88B-62D5-4761-8A68-5E2F64EA804E}" srcOrd="1" destOrd="0" presId="urn:microsoft.com/office/officeart/2005/8/layout/process3#1"/>
    <dgm:cxn modelId="{0888BDE6-079C-4B21-A12A-AEF173E398EF}" type="presOf" srcId="{8A3F0A24-BEED-48C3-8EAF-89C56A2DFA96}" destId="{E40A8AB2-EE1D-4540-9EF5-C81968B19CC2}" srcOrd="0" destOrd="3" presId="urn:microsoft.com/office/officeart/2005/8/layout/process3#1"/>
    <dgm:cxn modelId="{19521DE7-B640-4187-AE53-CE0CB7CFAEBD}" type="presOf" srcId="{38E039F3-DFEC-442D-9C70-861FC08DA73D}" destId="{AB1CDC71-7E4A-4C26-8FCE-9F48D656055F}" srcOrd="0" destOrd="1" presId="urn:microsoft.com/office/officeart/2005/8/layout/process3#1"/>
    <dgm:cxn modelId="{11035CE8-5E87-4F22-9175-6B8AB6444FBE}" srcId="{3F51494D-8A41-4C1A-A122-B4F7E34010CA}" destId="{A4E82BB9-7075-4FB9-BD77-73050C8B16C7}" srcOrd="1" destOrd="0" parTransId="{719910B1-58DC-464F-A3E5-ABF00BF6CC9A}" sibTransId="{6FB98289-284D-4FE8-8281-F919D5CAC9DF}"/>
    <dgm:cxn modelId="{A8307FEB-DB4C-46A7-B529-064D6DE5AD97}" srcId="{3F51494D-8A41-4C1A-A122-B4F7E34010CA}" destId="{F7757F06-BAAC-4696-92A4-3C80B43482DF}" srcOrd="0" destOrd="0" parTransId="{B2473945-DA84-4089-BBF4-A5CCBE1E92D7}" sibTransId="{A3D99B17-65B4-40E5-A55E-A44BE0D704E3}"/>
    <dgm:cxn modelId="{392820F1-D8BF-4F01-AEC0-21C5CAE126BD}" type="presOf" srcId="{9BA97086-12AF-4C45-97C8-726A5744EAFB}" destId="{DF1EF24F-DB6C-450E-A152-D6CD3A9EA577}" srcOrd="1" destOrd="0" presId="urn:microsoft.com/office/officeart/2005/8/layout/process3#1"/>
    <dgm:cxn modelId="{2EEB4CF5-C4F8-4B55-8499-F750FB3FF01D}" srcId="{910A867A-5731-4106-B150-BC890DB745C4}" destId="{3F51494D-8A41-4C1A-A122-B4F7E34010CA}" srcOrd="2" destOrd="0" parTransId="{373CB46A-DD84-4169-BC1C-0E850E31A3D0}" sibTransId="{9D60A9E6-1FA5-4D35-ACF7-5DF17F4EC2FC}"/>
    <dgm:cxn modelId="{77C4A808-748A-4EA9-8DAF-6326D2AB18AF}" type="presParOf" srcId="{C707DFB2-4B52-41A9-A40A-09844A40712E}" destId="{8F177FD2-5D0E-4C14-9E61-EEF2DB8453B4}" srcOrd="0" destOrd="0" presId="urn:microsoft.com/office/officeart/2005/8/layout/process3#1"/>
    <dgm:cxn modelId="{9694E697-0959-4D65-9A3F-4019EDD6FA88}" type="presParOf" srcId="{8F177FD2-5D0E-4C14-9E61-EEF2DB8453B4}" destId="{80D33221-DAD2-4775-81F8-590FC4612068}" srcOrd="0" destOrd="0" presId="urn:microsoft.com/office/officeart/2005/8/layout/process3#1"/>
    <dgm:cxn modelId="{0D84943C-6F12-42F8-B4A1-2AE2270AF473}" type="presParOf" srcId="{8F177FD2-5D0E-4C14-9E61-EEF2DB8453B4}" destId="{DBD10369-CAC2-4DD0-BF6F-236FB0D9BC09}" srcOrd="1" destOrd="0" presId="urn:microsoft.com/office/officeart/2005/8/layout/process3#1"/>
    <dgm:cxn modelId="{4563CD7B-F565-4CE1-9069-13424B34D150}" type="presParOf" srcId="{8F177FD2-5D0E-4C14-9E61-EEF2DB8453B4}" destId="{F982AECB-6A24-4D2E-B631-BF3C8945406E}" srcOrd="2" destOrd="0" presId="urn:microsoft.com/office/officeart/2005/8/layout/process3#1"/>
    <dgm:cxn modelId="{0782FD87-B12A-43FB-B89A-3848E79561C0}" type="presParOf" srcId="{C707DFB2-4B52-41A9-A40A-09844A40712E}" destId="{37756B86-B227-4ECB-A4FA-6DE2C8AB9FD6}" srcOrd="1" destOrd="0" presId="urn:microsoft.com/office/officeart/2005/8/layout/process3#1"/>
    <dgm:cxn modelId="{C4126D31-1628-4AC5-BE7C-DE12CE068B1B}" type="presParOf" srcId="{37756B86-B227-4ECB-A4FA-6DE2C8AB9FD6}" destId="{7EEF1F51-B843-435D-8FEE-4CC9447811EA}" srcOrd="0" destOrd="0" presId="urn:microsoft.com/office/officeart/2005/8/layout/process3#1"/>
    <dgm:cxn modelId="{4ADD5D40-06A1-4301-A47C-5323A9084C22}" type="presParOf" srcId="{C707DFB2-4B52-41A9-A40A-09844A40712E}" destId="{A390FE6C-35FB-47E5-AC0F-2A3E9AE72F5F}" srcOrd="2" destOrd="0" presId="urn:microsoft.com/office/officeart/2005/8/layout/process3#1"/>
    <dgm:cxn modelId="{DEC82493-22A8-4968-8401-8ADF9F307FA6}" type="presParOf" srcId="{A390FE6C-35FB-47E5-AC0F-2A3E9AE72F5F}" destId="{EFAACC5F-6A1B-4423-8635-73E74E3686E3}" srcOrd="0" destOrd="0" presId="urn:microsoft.com/office/officeart/2005/8/layout/process3#1"/>
    <dgm:cxn modelId="{CB176793-C975-4084-A33C-BA25BBE824C7}" type="presParOf" srcId="{A390FE6C-35FB-47E5-AC0F-2A3E9AE72F5F}" destId="{7EA72C98-62A5-4B88-8CD0-C273233E7C4A}" srcOrd="1" destOrd="0" presId="urn:microsoft.com/office/officeart/2005/8/layout/process3#1"/>
    <dgm:cxn modelId="{37C1DEC0-2708-4220-A35B-4498D79BEEEF}" type="presParOf" srcId="{A390FE6C-35FB-47E5-AC0F-2A3E9AE72F5F}" destId="{AB1CDC71-7E4A-4C26-8FCE-9F48D656055F}" srcOrd="2" destOrd="0" presId="urn:microsoft.com/office/officeart/2005/8/layout/process3#1"/>
    <dgm:cxn modelId="{D07B96A9-E136-414B-BDFA-31F80FA925F4}" type="presParOf" srcId="{C707DFB2-4B52-41A9-A40A-09844A40712E}" destId="{5864686E-2111-446F-9202-22FBCDE93DE0}" srcOrd="3" destOrd="0" presId="urn:microsoft.com/office/officeart/2005/8/layout/process3#1"/>
    <dgm:cxn modelId="{5A92A927-AD19-48EB-BC92-48E8E4314161}" type="presParOf" srcId="{5864686E-2111-446F-9202-22FBCDE93DE0}" destId="{DF1EF24F-DB6C-450E-A152-D6CD3A9EA577}" srcOrd="0" destOrd="0" presId="urn:microsoft.com/office/officeart/2005/8/layout/process3#1"/>
    <dgm:cxn modelId="{0B9F0E73-83CA-4ECC-8B6A-29486369F89F}" type="presParOf" srcId="{C707DFB2-4B52-41A9-A40A-09844A40712E}" destId="{E67BA983-8D0B-4901-96F2-8007D90540B8}" srcOrd="4" destOrd="0" presId="urn:microsoft.com/office/officeart/2005/8/layout/process3#1"/>
    <dgm:cxn modelId="{74BECF26-6824-42DB-981D-914349B06752}" type="presParOf" srcId="{E67BA983-8D0B-4901-96F2-8007D90540B8}" destId="{326A74E2-E93D-436E-A0E6-FE7F4FA035D2}" srcOrd="0" destOrd="0" presId="urn:microsoft.com/office/officeart/2005/8/layout/process3#1"/>
    <dgm:cxn modelId="{1D3BA9AD-2C11-4742-8D29-1E39A9508847}" type="presParOf" srcId="{E67BA983-8D0B-4901-96F2-8007D90540B8}" destId="{A73AC88B-62D5-4761-8A68-5E2F64EA804E}" srcOrd="1" destOrd="0" presId="urn:microsoft.com/office/officeart/2005/8/layout/process3#1"/>
    <dgm:cxn modelId="{65BC6246-1BF6-46E6-97E6-66CDD6900D08}" type="presParOf" srcId="{E67BA983-8D0B-4901-96F2-8007D90540B8}" destId="{E40A8AB2-EE1D-4540-9EF5-C81968B19CC2}" srcOrd="2" destOrd="0" presId="urn:microsoft.com/office/officeart/2005/8/layout/process3#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337B26-CBAA-412D-846C-2EE95A9DB1D1}" type="doc">
      <dgm:prSet loTypeId="urn:microsoft.com/office/officeart/2005/8/layout/process1" loCatId="process" qsTypeId="urn:microsoft.com/office/officeart/2005/8/quickstyle/simple1#6" qsCatId="simple" csTypeId="urn:microsoft.com/office/officeart/2005/8/colors/accent1_2#5" csCatId="accent1" phldr="1"/>
      <dgm:spPr/>
    </dgm:pt>
    <dgm:pt modelId="{2DE0FA07-58AF-4CC2-B424-B54804F4DB1D}">
      <dgm:prSet phldrT="[文本]" custT="1"/>
      <dgm:spPr/>
      <dgm:t>
        <a:bodyPr/>
        <a:lstStyle/>
        <a:p>
          <a:r>
            <a:rPr lang="en-US" altLang="zh-CN" sz="1600" dirty="0"/>
            <a:t>HCCF</a:t>
          </a:r>
          <a:endParaRPr lang="zh-CN" altLang="en-US" sz="1600" dirty="0"/>
        </a:p>
      </dgm:t>
    </dgm:pt>
    <dgm:pt modelId="{80D0756E-BFAF-43DE-8580-6911454D2873}" type="parTrans" cxnId="{6D44D3D1-67BE-4980-ABF4-83E94E0327ED}">
      <dgm:prSet/>
      <dgm:spPr/>
      <dgm:t>
        <a:bodyPr/>
        <a:lstStyle/>
        <a:p>
          <a:endParaRPr lang="zh-CN" altLang="en-US" sz="1100"/>
        </a:p>
      </dgm:t>
    </dgm:pt>
    <dgm:pt modelId="{260D8D31-F248-4FF2-AAF7-883B7C88CEFC}" type="sibTrans" cxnId="{6D44D3D1-67BE-4980-ABF4-83E94E0327ED}">
      <dgm:prSet custT="1"/>
      <dgm:spPr/>
      <dgm:t>
        <a:bodyPr/>
        <a:lstStyle/>
        <a:p>
          <a:endParaRPr lang="zh-CN" altLang="en-US" sz="1100"/>
        </a:p>
      </dgm:t>
    </dgm:pt>
    <dgm:pt modelId="{CCF37177-82EC-4E8E-A3AB-976D0E2505D2}">
      <dgm:prSet phldrT="[文本]" custT="1"/>
      <dgm:spPr/>
      <dgm:t>
        <a:bodyPr/>
        <a:lstStyle/>
        <a:p>
          <a:r>
            <a:rPr lang="zh-CN" altLang="en-US" sz="1600" dirty="0"/>
            <a:t>亲和</a:t>
          </a:r>
        </a:p>
      </dgm:t>
    </dgm:pt>
    <dgm:pt modelId="{C0EB0FE0-62D4-474C-8852-62A3D2276D6D}" type="parTrans" cxnId="{B0C9CFA7-05EB-4D69-86D4-B2ECF4391258}">
      <dgm:prSet/>
      <dgm:spPr/>
      <dgm:t>
        <a:bodyPr/>
        <a:lstStyle/>
        <a:p>
          <a:endParaRPr lang="zh-CN" altLang="en-US" sz="1100"/>
        </a:p>
      </dgm:t>
    </dgm:pt>
    <dgm:pt modelId="{23FD7BBA-89D7-4632-88D7-85C31FD53751}" type="sibTrans" cxnId="{B0C9CFA7-05EB-4D69-86D4-B2ECF4391258}">
      <dgm:prSet custT="1"/>
      <dgm:spPr/>
      <dgm:t>
        <a:bodyPr/>
        <a:lstStyle/>
        <a:p>
          <a:endParaRPr lang="zh-CN" altLang="en-US" sz="1100"/>
        </a:p>
      </dgm:t>
    </dgm:pt>
    <dgm:pt modelId="{883E7EE8-1FF1-4033-B94B-09016DED29AD}">
      <dgm:prSet phldrT="[文本]" custT="1"/>
      <dgm:spPr/>
      <dgm:t>
        <a:bodyPr/>
        <a:lstStyle/>
        <a:p>
          <a:r>
            <a:rPr lang="en-US" altLang="zh-CN" sz="1600" dirty="0"/>
            <a:t>Low pH</a:t>
          </a:r>
          <a:endParaRPr lang="zh-CN" altLang="en-US" sz="1600" dirty="0"/>
        </a:p>
      </dgm:t>
    </dgm:pt>
    <dgm:pt modelId="{F00010BF-4C19-47AC-9BBF-6C8DDC3357C6}" type="parTrans" cxnId="{B850A36C-8FDD-4100-98C1-1A138A96BC60}">
      <dgm:prSet/>
      <dgm:spPr/>
      <dgm:t>
        <a:bodyPr/>
        <a:lstStyle/>
        <a:p>
          <a:endParaRPr lang="zh-CN" altLang="en-US" sz="1100"/>
        </a:p>
      </dgm:t>
    </dgm:pt>
    <dgm:pt modelId="{47F1A886-AB4C-485A-88F2-7C9BB543E974}" type="sibTrans" cxnId="{B850A36C-8FDD-4100-98C1-1A138A96BC60}">
      <dgm:prSet custT="1"/>
      <dgm:spPr/>
      <dgm:t>
        <a:bodyPr/>
        <a:lstStyle/>
        <a:p>
          <a:endParaRPr lang="zh-CN" altLang="en-US" sz="1100"/>
        </a:p>
      </dgm:t>
    </dgm:pt>
    <dgm:pt modelId="{CEA1BF7F-D728-4526-8ECD-22FA495F0C33}">
      <dgm:prSet phldrT="[文本]" custT="1"/>
      <dgm:spPr/>
      <dgm:t>
        <a:bodyPr/>
        <a:lstStyle/>
        <a:p>
          <a:r>
            <a:rPr lang="zh-CN" altLang="en-US" sz="1600" dirty="0"/>
            <a:t>深层</a:t>
          </a:r>
          <a:endParaRPr lang="en-US" altLang="zh-CN" sz="1600" dirty="0"/>
        </a:p>
        <a:p>
          <a:r>
            <a:rPr lang="zh-CN" altLang="en-US" sz="1600" dirty="0"/>
            <a:t>过滤</a:t>
          </a:r>
        </a:p>
      </dgm:t>
    </dgm:pt>
    <dgm:pt modelId="{214CA677-4F58-4D30-B4E5-CDFFAD13BCC4}" type="parTrans" cxnId="{5AA65EC6-39F2-401B-ADD3-98A1AC44CDE7}">
      <dgm:prSet/>
      <dgm:spPr/>
      <dgm:t>
        <a:bodyPr/>
        <a:lstStyle/>
        <a:p>
          <a:endParaRPr lang="zh-CN" altLang="en-US" sz="1100"/>
        </a:p>
      </dgm:t>
    </dgm:pt>
    <dgm:pt modelId="{54ED9F2B-F247-4AB0-AA6C-777D751C6AAE}" type="sibTrans" cxnId="{5AA65EC6-39F2-401B-ADD3-98A1AC44CDE7}">
      <dgm:prSet custT="1"/>
      <dgm:spPr/>
      <dgm:t>
        <a:bodyPr/>
        <a:lstStyle/>
        <a:p>
          <a:endParaRPr lang="zh-CN" altLang="en-US" sz="1100"/>
        </a:p>
      </dgm:t>
    </dgm:pt>
    <dgm:pt modelId="{395CAC37-E29D-4CA2-A908-4B2A3078AA2A}">
      <dgm:prSet phldrT="[文本]" custT="1"/>
      <dgm:spPr/>
      <dgm:t>
        <a:bodyPr/>
        <a:lstStyle/>
        <a:p>
          <a:r>
            <a:rPr lang="zh-CN" altLang="en-US" sz="1600" dirty="0"/>
            <a:t>阴离子</a:t>
          </a:r>
        </a:p>
      </dgm:t>
    </dgm:pt>
    <dgm:pt modelId="{2CB3CFF0-ABCA-4C3B-B27A-55E0C1C9BEF7}" type="parTrans" cxnId="{458F7745-434C-41BC-8BD8-FF9ABAA295D3}">
      <dgm:prSet/>
      <dgm:spPr/>
      <dgm:t>
        <a:bodyPr/>
        <a:lstStyle/>
        <a:p>
          <a:endParaRPr lang="zh-CN" altLang="en-US" sz="1100"/>
        </a:p>
      </dgm:t>
    </dgm:pt>
    <dgm:pt modelId="{88D92DDD-C241-403E-9FFE-A083B256D984}" type="sibTrans" cxnId="{458F7745-434C-41BC-8BD8-FF9ABAA295D3}">
      <dgm:prSet custT="1"/>
      <dgm:spPr/>
      <dgm:t>
        <a:bodyPr/>
        <a:lstStyle/>
        <a:p>
          <a:endParaRPr lang="zh-CN" altLang="en-US" sz="1100"/>
        </a:p>
      </dgm:t>
    </dgm:pt>
    <dgm:pt modelId="{B5569DC2-4292-438A-8D31-A048B50EDF98}">
      <dgm:prSet phldrT="[文本]" custT="1"/>
      <dgm:spPr/>
      <dgm:t>
        <a:bodyPr/>
        <a:lstStyle/>
        <a:p>
          <a:r>
            <a:rPr lang="zh-CN" altLang="en-US" sz="1600" dirty="0"/>
            <a:t>阳离子</a:t>
          </a:r>
        </a:p>
      </dgm:t>
    </dgm:pt>
    <dgm:pt modelId="{D28E300B-ABF8-4B5B-9D93-60E337228781}" type="parTrans" cxnId="{2B893D2B-7B20-443C-94FF-8E26621BD564}">
      <dgm:prSet/>
      <dgm:spPr/>
      <dgm:t>
        <a:bodyPr/>
        <a:lstStyle/>
        <a:p>
          <a:endParaRPr lang="zh-CN" altLang="en-US" sz="1100"/>
        </a:p>
      </dgm:t>
    </dgm:pt>
    <dgm:pt modelId="{2437B8EE-0871-498D-B35C-9E5306CABD6C}" type="sibTrans" cxnId="{2B893D2B-7B20-443C-94FF-8E26621BD564}">
      <dgm:prSet custT="1"/>
      <dgm:spPr/>
      <dgm:t>
        <a:bodyPr/>
        <a:lstStyle/>
        <a:p>
          <a:endParaRPr lang="zh-CN" altLang="en-US" sz="1100"/>
        </a:p>
      </dgm:t>
    </dgm:pt>
    <dgm:pt modelId="{F30824E6-23CC-492E-921A-E1847FDED7C1}">
      <dgm:prSet phldrT="[文本]" custT="1"/>
      <dgm:spPr/>
      <dgm:t>
        <a:bodyPr/>
        <a:lstStyle/>
        <a:p>
          <a:r>
            <a:rPr lang="en-US" altLang="zh-CN" sz="1600" dirty="0"/>
            <a:t>UD/DF</a:t>
          </a:r>
          <a:endParaRPr lang="zh-CN" altLang="en-US" sz="1600" dirty="0"/>
        </a:p>
      </dgm:t>
    </dgm:pt>
    <dgm:pt modelId="{628E898D-7917-490B-8FDF-89639B814F12}" type="parTrans" cxnId="{2EFAFDD6-5CFA-47A0-99EE-BAB70139EF93}">
      <dgm:prSet/>
      <dgm:spPr/>
      <dgm:t>
        <a:bodyPr/>
        <a:lstStyle/>
        <a:p>
          <a:endParaRPr lang="zh-CN" altLang="en-US" sz="1100"/>
        </a:p>
      </dgm:t>
    </dgm:pt>
    <dgm:pt modelId="{537274F2-FF4E-4ADB-86DD-9C3244A56C25}" type="sibTrans" cxnId="{2EFAFDD6-5CFA-47A0-99EE-BAB70139EF93}">
      <dgm:prSet/>
      <dgm:spPr/>
      <dgm:t>
        <a:bodyPr/>
        <a:lstStyle/>
        <a:p>
          <a:endParaRPr lang="zh-CN" altLang="en-US" sz="1100"/>
        </a:p>
      </dgm:t>
    </dgm:pt>
    <dgm:pt modelId="{CBAF23BA-AC4A-4B6D-AE74-69037E26A834}" type="pres">
      <dgm:prSet presAssocID="{53337B26-CBAA-412D-846C-2EE95A9DB1D1}" presName="Name0" presStyleCnt="0">
        <dgm:presLayoutVars>
          <dgm:dir/>
          <dgm:resizeHandles val="exact"/>
        </dgm:presLayoutVars>
      </dgm:prSet>
      <dgm:spPr/>
    </dgm:pt>
    <dgm:pt modelId="{F84A3A0F-5888-4F15-A63D-2CAD5776E96A}" type="pres">
      <dgm:prSet presAssocID="{2DE0FA07-58AF-4CC2-B424-B54804F4DB1D}" presName="node" presStyleLbl="node1" presStyleIdx="0" presStyleCnt="7">
        <dgm:presLayoutVars>
          <dgm:bulletEnabled val="1"/>
        </dgm:presLayoutVars>
      </dgm:prSet>
      <dgm:spPr/>
    </dgm:pt>
    <dgm:pt modelId="{BC6FB86F-5199-4BE0-8472-BC345397DA27}" type="pres">
      <dgm:prSet presAssocID="{260D8D31-F248-4FF2-AAF7-883B7C88CEFC}" presName="sibTrans" presStyleLbl="sibTrans2D1" presStyleIdx="0" presStyleCnt="6"/>
      <dgm:spPr/>
    </dgm:pt>
    <dgm:pt modelId="{3704D506-164F-4D16-B8C3-BE0DE69F16A7}" type="pres">
      <dgm:prSet presAssocID="{260D8D31-F248-4FF2-AAF7-883B7C88CEFC}" presName="connectorText" presStyleLbl="sibTrans2D1" presStyleIdx="0" presStyleCnt="6"/>
      <dgm:spPr/>
    </dgm:pt>
    <dgm:pt modelId="{5CB4ADE8-8353-4EE5-83AB-9A4028E6BD08}" type="pres">
      <dgm:prSet presAssocID="{CCF37177-82EC-4E8E-A3AB-976D0E2505D2}" presName="node" presStyleLbl="node1" presStyleIdx="1" presStyleCnt="7">
        <dgm:presLayoutVars>
          <dgm:bulletEnabled val="1"/>
        </dgm:presLayoutVars>
      </dgm:prSet>
      <dgm:spPr/>
    </dgm:pt>
    <dgm:pt modelId="{5AA957DB-5319-49EC-824D-CF7756842C21}" type="pres">
      <dgm:prSet presAssocID="{23FD7BBA-89D7-4632-88D7-85C31FD53751}" presName="sibTrans" presStyleLbl="sibTrans2D1" presStyleIdx="1" presStyleCnt="6"/>
      <dgm:spPr/>
    </dgm:pt>
    <dgm:pt modelId="{4B0B5809-A92C-46B5-9557-D1F81B9AB4E5}" type="pres">
      <dgm:prSet presAssocID="{23FD7BBA-89D7-4632-88D7-85C31FD53751}" presName="connectorText" presStyleLbl="sibTrans2D1" presStyleIdx="1" presStyleCnt="6"/>
      <dgm:spPr/>
    </dgm:pt>
    <dgm:pt modelId="{9A3AA0B1-528F-41B7-8B05-BEEE420E65A7}" type="pres">
      <dgm:prSet presAssocID="{883E7EE8-1FF1-4033-B94B-09016DED29AD}" presName="node" presStyleLbl="node1" presStyleIdx="2" presStyleCnt="7">
        <dgm:presLayoutVars>
          <dgm:bulletEnabled val="1"/>
        </dgm:presLayoutVars>
      </dgm:prSet>
      <dgm:spPr/>
    </dgm:pt>
    <dgm:pt modelId="{2EDF505A-562F-483D-8AAF-FC0F4F69B34A}" type="pres">
      <dgm:prSet presAssocID="{47F1A886-AB4C-485A-88F2-7C9BB543E974}" presName="sibTrans" presStyleLbl="sibTrans2D1" presStyleIdx="2" presStyleCnt="6"/>
      <dgm:spPr/>
    </dgm:pt>
    <dgm:pt modelId="{55830F7F-125D-4178-8C43-051CBFA9AB6C}" type="pres">
      <dgm:prSet presAssocID="{47F1A886-AB4C-485A-88F2-7C9BB543E974}" presName="connectorText" presStyleLbl="sibTrans2D1" presStyleIdx="2" presStyleCnt="6"/>
      <dgm:spPr/>
    </dgm:pt>
    <dgm:pt modelId="{9675C313-2BE5-450B-98D3-B6C4569E6D22}" type="pres">
      <dgm:prSet presAssocID="{CEA1BF7F-D728-4526-8ECD-22FA495F0C33}" presName="node" presStyleLbl="node1" presStyleIdx="3" presStyleCnt="7">
        <dgm:presLayoutVars>
          <dgm:bulletEnabled val="1"/>
        </dgm:presLayoutVars>
      </dgm:prSet>
      <dgm:spPr/>
    </dgm:pt>
    <dgm:pt modelId="{B2858BA0-9D67-40A0-BA5A-C854D1BD3DB6}" type="pres">
      <dgm:prSet presAssocID="{54ED9F2B-F247-4AB0-AA6C-777D751C6AAE}" presName="sibTrans" presStyleLbl="sibTrans2D1" presStyleIdx="3" presStyleCnt="6"/>
      <dgm:spPr/>
    </dgm:pt>
    <dgm:pt modelId="{F6EB265B-0C46-41A3-AA29-5BFDF80D722D}" type="pres">
      <dgm:prSet presAssocID="{54ED9F2B-F247-4AB0-AA6C-777D751C6AAE}" presName="connectorText" presStyleLbl="sibTrans2D1" presStyleIdx="3" presStyleCnt="6"/>
      <dgm:spPr/>
    </dgm:pt>
    <dgm:pt modelId="{B353109E-E30B-4380-B4F5-8BFFF50090E8}" type="pres">
      <dgm:prSet presAssocID="{395CAC37-E29D-4CA2-A908-4B2A3078AA2A}" presName="node" presStyleLbl="node1" presStyleIdx="4" presStyleCnt="7">
        <dgm:presLayoutVars>
          <dgm:bulletEnabled val="1"/>
        </dgm:presLayoutVars>
      </dgm:prSet>
      <dgm:spPr/>
    </dgm:pt>
    <dgm:pt modelId="{1D437DD0-06A3-423D-B6D7-B029D615721C}" type="pres">
      <dgm:prSet presAssocID="{88D92DDD-C241-403E-9FFE-A083B256D984}" presName="sibTrans" presStyleLbl="sibTrans2D1" presStyleIdx="4" presStyleCnt="6"/>
      <dgm:spPr/>
    </dgm:pt>
    <dgm:pt modelId="{BC23756C-917A-4FB2-A174-67FE1ED5386B}" type="pres">
      <dgm:prSet presAssocID="{88D92DDD-C241-403E-9FFE-A083B256D984}" presName="connectorText" presStyleLbl="sibTrans2D1" presStyleIdx="4" presStyleCnt="6"/>
      <dgm:spPr/>
    </dgm:pt>
    <dgm:pt modelId="{F9E1F9CD-2B75-40B5-B048-DA6A71258DE8}" type="pres">
      <dgm:prSet presAssocID="{B5569DC2-4292-438A-8D31-A048B50EDF98}" presName="node" presStyleLbl="node1" presStyleIdx="5" presStyleCnt="7">
        <dgm:presLayoutVars>
          <dgm:bulletEnabled val="1"/>
        </dgm:presLayoutVars>
      </dgm:prSet>
      <dgm:spPr/>
    </dgm:pt>
    <dgm:pt modelId="{56262D87-DFC8-4F10-917C-AD6D5559FEB3}" type="pres">
      <dgm:prSet presAssocID="{2437B8EE-0871-498D-B35C-9E5306CABD6C}" presName="sibTrans" presStyleLbl="sibTrans2D1" presStyleIdx="5" presStyleCnt="6"/>
      <dgm:spPr/>
    </dgm:pt>
    <dgm:pt modelId="{991B7EA0-C09B-4C30-8432-93776D275FC2}" type="pres">
      <dgm:prSet presAssocID="{2437B8EE-0871-498D-B35C-9E5306CABD6C}" presName="connectorText" presStyleLbl="sibTrans2D1" presStyleIdx="5" presStyleCnt="6"/>
      <dgm:spPr/>
    </dgm:pt>
    <dgm:pt modelId="{AEE87C6D-6133-4EA2-B094-279D19C2A4CB}" type="pres">
      <dgm:prSet presAssocID="{F30824E6-23CC-492E-921A-E1847FDED7C1}" presName="node" presStyleLbl="node1" presStyleIdx="6" presStyleCnt="7">
        <dgm:presLayoutVars>
          <dgm:bulletEnabled val="1"/>
        </dgm:presLayoutVars>
      </dgm:prSet>
      <dgm:spPr/>
    </dgm:pt>
  </dgm:ptLst>
  <dgm:cxnLst>
    <dgm:cxn modelId="{57C39C08-3F04-4201-B38F-A7913609B7DD}" type="presOf" srcId="{54ED9F2B-F247-4AB0-AA6C-777D751C6AAE}" destId="{B2858BA0-9D67-40A0-BA5A-C854D1BD3DB6}" srcOrd="0" destOrd="0" presId="urn:microsoft.com/office/officeart/2005/8/layout/process1"/>
    <dgm:cxn modelId="{E04A6C0F-7160-43E7-AD77-C32C5E8031C3}" type="presOf" srcId="{47F1A886-AB4C-485A-88F2-7C9BB543E974}" destId="{2EDF505A-562F-483D-8AAF-FC0F4F69B34A}" srcOrd="0" destOrd="0" presId="urn:microsoft.com/office/officeart/2005/8/layout/process1"/>
    <dgm:cxn modelId="{B8790D21-9291-47E2-85CD-27FEAB81563C}" type="presOf" srcId="{47F1A886-AB4C-485A-88F2-7C9BB543E974}" destId="{55830F7F-125D-4178-8C43-051CBFA9AB6C}" srcOrd="1" destOrd="0" presId="urn:microsoft.com/office/officeart/2005/8/layout/process1"/>
    <dgm:cxn modelId="{DCC29721-786D-4382-B031-A2F4170098BA}" type="presOf" srcId="{54ED9F2B-F247-4AB0-AA6C-777D751C6AAE}" destId="{F6EB265B-0C46-41A3-AA29-5BFDF80D722D}" srcOrd="1" destOrd="0" presId="urn:microsoft.com/office/officeart/2005/8/layout/process1"/>
    <dgm:cxn modelId="{21E9AB24-F570-4D52-82E2-E8968A7CBC57}" type="presOf" srcId="{395CAC37-E29D-4CA2-A908-4B2A3078AA2A}" destId="{B353109E-E30B-4380-B4F5-8BFFF50090E8}" srcOrd="0" destOrd="0" presId="urn:microsoft.com/office/officeart/2005/8/layout/process1"/>
    <dgm:cxn modelId="{2B893D2B-7B20-443C-94FF-8E26621BD564}" srcId="{53337B26-CBAA-412D-846C-2EE95A9DB1D1}" destId="{B5569DC2-4292-438A-8D31-A048B50EDF98}" srcOrd="5" destOrd="0" parTransId="{D28E300B-ABF8-4B5B-9D93-60E337228781}" sibTransId="{2437B8EE-0871-498D-B35C-9E5306CABD6C}"/>
    <dgm:cxn modelId="{8D95CD5C-AE09-4CA8-AE33-79541064DC76}" type="presOf" srcId="{53337B26-CBAA-412D-846C-2EE95A9DB1D1}" destId="{CBAF23BA-AC4A-4B6D-AE74-69037E26A834}" srcOrd="0" destOrd="0" presId="urn:microsoft.com/office/officeart/2005/8/layout/process1"/>
    <dgm:cxn modelId="{48A16962-B69A-47DD-B63A-848B679D2F31}" type="presOf" srcId="{260D8D31-F248-4FF2-AAF7-883B7C88CEFC}" destId="{BC6FB86F-5199-4BE0-8472-BC345397DA27}" srcOrd="0" destOrd="0" presId="urn:microsoft.com/office/officeart/2005/8/layout/process1"/>
    <dgm:cxn modelId="{458F7745-434C-41BC-8BD8-FF9ABAA295D3}" srcId="{53337B26-CBAA-412D-846C-2EE95A9DB1D1}" destId="{395CAC37-E29D-4CA2-A908-4B2A3078AA2A}" srcOrd="4" destOrd="0" parTransId="{2CB3CFF0-ABCA-4C3B-B27A-55E0C1C9BEF7}" sibTransId="{88D92DDD-C241-403E-9FFE-A083B256D984}"/>
    <dgm:cxn modelId="{B850A36C-8FDD-4100-98C1-1A138A96BC60}" srcId="{53337B26-CBAA-412D-846C-2EE95A9DB1D1}" destId="{883E7EE8-1FF1-4033-B94B-09016DED29AD}" srcOrd="2" destOrd="0" parTransId="{F00010BF-4C19-47AC-9BBF-6C8DDC3357C6}" sibTransId="{47F1A886-AB4C-485A-88F2-7C9BB543E974}"/>
    <dgm:cxn modelId="{C0D4614E-DFC2-4211-8060-C9EC3524F78C}" type="presOf" srcId="{2DE0FA07-58AF-4CC2-B424-B54804F4DB1D}" destId="{F84A3A0F-5888-4F15-A63D-2CAD5776E96A}" srcOrd="0" destOrd="0" presId="urn:microsoft.com/office/officeart/2005/8/layout/process1"/>
    <dgm:cxn modelId="{5A667076-EF93-4C76-B571-E4C299669BF6}" type="presOf" srcId="{CCF37177-82EC-4E8E-A3AB-976D0E2505D2}" destId="{5CB4ADE8-8353-4EE5-83AB-9A4028E6BD08}" srcOrd="0" destOrd="0" presId="urn:microsoft.com/office/officeart/2005/8/layout/process1"/>
    <dgm:cxn modelId="{D2236D7A-C923-4429-BEE2-1810A3341394}" type="presOf" srcId="{F30824E6-23CC-492E-921A-E1847FDED7C1}" destId="{AEE87C6D-6133-4EA2-B094-279D19C2A4CB}" srcOrd="0" destOrd="0" presId="urn:microsoft.com/office/officeart/2005/8/layout/process1"/>
    <dgm:cxn modelId="{9F355B7B-D1B9-4E89-9CE8-85441365D89D}" type="presOf" srcId="{23FD7BBA-89D7-4632-88D7-85C31FD53751}" destId="{5AA957DB-5319-49EC-824D-CF7756842C21}" srcOrd="0" destOrd="0" presId="urn:microsoft.com/office/officeart/2005/8/layout/process1"/>
    <dgm:cxn modelId="{57FECD7B-CD1A-4453-A937-77E8AC68CE53}" type="presOf" srcId="{CEA1BF7F-D728-4526-8ECD-22FA495F0C33}" destId="{9675C313-2BE5-450B-98D3-B6C4569E6D22}" srcOrd="0" destOrd="0" presId="urn:microsoft.com/office/officeart/2005/8/layout/process1"/>
    <dgm:cxn modelId="{BD9740A2-6A58-4AFA-A416-868596F0D9C5}" type="presOf" srcId="{23FD7BBA-89D7-4632-88D7-85C31FD53751}" destId="{4B0B5809-A92C-46B5-9557-D1F81B9AB4E5}" srcOrd="1" destOrd="0" presId="urn:microsoft.com/office/officeart/2005/8/layout/process1"/>
    <dgm:cxn modelId="{2D0E4EA6-A8AA-4DB1-B975-A1A691AAC02A}" type="presOf" srcId="{883E7EE8-1FF1-4033-B94B-09016DED29AD}" destId="{9A3AA0B1-528F-41B7-8B05-BEEE420E65A7}" srcOrd="0" destOrd="0" presId="urn:microsoft.com/office/officeart/2005/8/layout/process1"/>
    <dgm:cxn modelId="{B0C9CFA7-05EB-4D69-86D4-B2ECF4391258}" srcId="{53337B26-CBAA-412D-846C-2EE95A9DB1D1}" destId="{CCF37177-82EC-4E8E-A3AB-976D0E2505D2}" srcOrd="1" destOrd="0" parTransId="{C0EB0FE0-62D4-474C-8852-62A3D2276D6D}" sibTransId="{23FD7BBA-89D7-4632-88D7-85C31FD53751}"/>
    <dgm:cxn modelId="{CC7950AA-E48B-4752-A0FA-980B78A993E0}" type="presOf" srcId="{B5569DC2-4292-438A-8D31-A048B50EDF98}" destId="{F9E1F9CD-2B75-40B5-B048-DA6A71258DE8}" srcOrd="0" destOrd="0" presId="urn:microsoft.com/office/officeart/2005/8/layout/process1"/>
    <dgm:cxn modelId="{DCB6AAB9-ACBF-4184-99FF-EEBC8BB6BAE5}" type="presOf" srcId="{260D8D31-F248-4FF2-AAF7-883B7C88CEFC}" destId="{3704D506-164F-4D16-B8C3-BE0DE69F16A7}" srcOrd="1" destOrd="0" presId="urn:microsoft.com/office/officeart/2005/8/layout/process1"/>
    <dgm:cxn modelId="{DBE4A3BE-EBF9-4875-9734-767823057335}" type="presOf" srcId="{88D92DDD-C241-403E-9FFE-A083B256D984}" destId="{BC23756C-917A-4FB2-A174-67FE1ED5386B}" srcOrd="1" destOrd="0" presId="urn:microsoft.com/office/officeart/2005/8/layout/process1"/>
    <dgm:cxn modelId="{56BED4C0-8453-46DB-969C-EB1E6D2548EC}" type="presOf" srcId="{88D92DDD-C241-403E-9FFE-A083B256D984}" destId="{1D437DD0-06A3-423D-B6D7-B029D615721C}" srcOrd="0" destOrd="0" presId="urn:microsoft.com/office/officeart/2005/8/layout/process1"/>
    <dgm:cxn modelId="{5AA65EC6-39F2-401B-ADD3-98A1AC44CDE7}" srcId="{53337B26-CBAA-412D-846C-2EE95A9DB1D1}" destId="{CEA1BF7F-D728-4526-8ECD-22FA495F0C33}" srcOrd="3" destOrd="0" parTransId="{214CA677-4F58-4D30-B4E5-CDFFAD13BCC4}" sibTransId="{54ED9F2B-F247-4AB0-AA6C-777D751C6AAE}"/>
    <dgm:cxn modelId="{6D44D3D1-67BE-4980-ABF4-83E94E0327ED}" srcId="{53337B26-CBAA-412D-846C-2EE95A9DB1D1}" destId="{2DE0FA07-58AF-4CC2-B424-B54804F4DB1D}" srcOrd="0" destOrd="0" parTransId="{80D0756E-BFAF-43DE-8580-6911454D2873}" sibTransId="{260D8D31-F248-4FF2-AAF7-883B7C88CEFC}"/>
    <dgm:cxn modelId="{2EFAFDD6-5CFA-47A0-99EE-BAB70139EF93}" srcId="{53337B26-CBAA-412D-846C-2EE95A9DB1D1}" destId="{F30824E6-23CC-492E-921A-E1847FDED7C1}" srcOrd="6" destOrd="0" parTransId="{628E898D-7917-490B-8FDF-89639B814F12}" sibTransId="{537274F2-FF4E-4ADB-86DD-9C3244A56C25}"/>
    <dgm:cxn modelId="{095A36DA-4774-47E9-B88D-BCE77338DD7D}" type="presOf" srcId="{2437B8EE-0871-498D-B35C-9E5306CABD6C}" destId="{56262D87-DFC8-4F10-917C-AD6D5559FEB3}" srcOrd="0" destOrd="0" presId="urn:microsoft.com/office/officeart/2005/8/layout/process1"/>
    <dgm:cxn modelId="{1D610EEF-5211-43DA-80AC-D669136E2CFA}" type="presOf" srcId="{2437B8EE-0871-498D-B35C-9E5306CABD6C}" destId="{991B7EA0-C09B-4C30-8432-93776D275FC2}" srcOrd="1" destOrd="0" presId="urn:microsoft.com/office/officeart/2005/8/layout/process1"/>
    <dgm:cxn modelId="{85D457BD-D2A1-48C7-BF6A-1EB637A72160}" type="presParOf" srcId="{CBAF23BA-AC4A-4B6D-AE74-69037E26A834}" destId="{F84A3A0F-5888-4F15-A63D-2CAD5776E96A}" srcOrd="0" destOrd="0" presId="urn:microsoft.com/office/officeart/2005/8/layout/process1"/>
    <dgm:cxn modelId="{D5082E67-600A-4736-85C9-796D275A8447}" type="presParOf" srcId="{CBAF23BA-AC4A-4B6D-AE74-69037E26A834}" destId="{BC6FB86F-5199-4BE0-8472-BC345397DA27}" srcOrd="1" destOrd="0" presId="urn:microsoft.com/office/officeart/2005/8/layout/process1"/>
    <dgm:cxn modelId="{4241A55B-06BB-419A-A103-030FF9074873}" type="presParOf" srcId="{BC6FB86F-5199-4BE0-8472-BC345397DA27}" destId="{3704D506-164F-4D16-B8C3-BE0DE69F16A7}" srcOrd="0" destOrd="0" presId="urn:microsoft.com/office/officeart/2005/8/layout/process1"/>
    <dgm:cxn modelId="{C73EFFA1-0A2C-4EE3-93DF-AECB37138017}" type="presParOf" srcId="{CBAF23BA-AC4A-4B6D-AE74-69037E26A834}" destId="{5CB4ADE8-8353-4EE5-83AB-9A4028E6BD08}" srcOrd="2" destOrd="0" presId="urn:microsoft.com/office/officeart/2005/8/layout/process1"/>
    <dgm:cxn modelId="{D72F1B38-B53E-4628-AB21-2197156C4D96}" type="presParOf" srcId="{CBAF23BA-AC4A-4B6D-AE74-69037E26A834}" destId="{5AA957DB-5319-49EC-824D-CF7756842C21}" srcOrd="3" destOrd="0" presId="urn:microsoft.com/office/officeart/2005/8/layout/process1"/>
    <dgm:cxn modelId="{E1FE6F63-88F6-492E-B4F3-981858806D59}" type="presParOf" srcId="{5AA957DB-5319-49EC-824D-CF7756842C21}" destId="{4B0B5809-A92C-46B5-9557-D1F81B9AB4E5}" srcOrd="0" destOrd="0" presId="urn:microsoft.com/office/officeart/2005/8/layout/process1"/>
    <dgm:cxn modelId="{2649E368-A555-41EF-8BF1-217F381B2354}" type="presParOf" srcId="{CBAF23BA-AC4A-4B6D-AE74-69037E26A834}" destId="{9A3AA0B1-528F-41B7-8B05-BEEE420E65A7}" srcOrd="4" destOrd="0" presId="urn:microsoft.com/office/officeart/2005/8/layout/process1"/>
    <dgm:cxn modelId="{B1D32B8A-ED76-4788-894A-BC01A21F1853}" type="presParOf" srcId="{CBAF23BA-AC4A-4B6D-AE74-69037E26A834}" destId="{2EDF505A-562F-483D-8AAF-FC0F4F69B34A}" srcOrd="5" destOrd="0" presId="urn:microsoft.com/office/officeart/2005/8/layout/process1"/>
    <dgm:cxn modelId="{08D5883A-75C2-497E-8EB1-5027753369ED}" type="presParOf" srcId="{2EDF505A-562F-483D-8AAF-FC0F4F69B34A}" destId="{55830F7F-125D-4178-8C43-051CBFA9AB6C}" srcOrd="0" destOrd="0" presId="urn:microsoft.com/office/officeart/2005/8/layout/process1"/>
    <dgm:cxn modelId="{22777CF5-E556-4DBF-9523-E22675E4C8A3}" type="presParOf" srcId="{CBAF23BA-AC4A-4B6D-AE74-69037E26A834}" destId="{9675C313-2BE5-450B-98D3-B6C4569E6D22}" srcOrd="6" destOrd="0" presId="urn:microsoft.com/office/officeart/2005/8/layout/process1"/>
    <dgm:cxn modelId="{FD5B96F6-0412-417A-A6FE-31E2DB6E634C}" type="presParOf" srcId="{CBAF23BA-AC4A-4B6D-AE74-69037E26A834}" destId="{B2858BA0-9D67-40A0-BA5A-C854D1BD3DB6}" srcOrd="7" destOrd="0" presId="urn:microsoft.com/office/officeart/2005/8/layout/process1"/>
    <dgm:cxn modelId="{566B7BAF-9DEF-4FA9-B2E1-A44026764D85}" type="presParOf" srcId="{B2858BA0-9D67-40A0-BA5A-C854D1BD3DB6}" destId="{F6EB265B-0C46-41A3-AA29-5BFDF80D722D}" srcOrd="0" destOrd="0" presId="urn:microsoft.com/office/officeart/2005/8/layout/process1"/>
    <dgm:cxn modelId="{A7EB3969-C128-4C9A-9AF9-E39F448BF779}" type="presParOf" srcId="{CBAF23BA-AC4A-4B6D-AE74-69037E26A834}" destId="{B353109E-E30B-4380-B4F5-8BFFF50090E8}" srcOrd="8" destOrd="0" presId="urn:microsoft.com/office/officeart/2005/8/layout/process1"/>
    <dgm:cxn modelId="{4F39FED0-9C80-41DF-95C3-6A77629B536B}" type="presParOf" srcId="{CBAF23BA-AC4A-4B6D-AE74-69037E26A834}" destId="{1D437DD0-06A3-423D-B6D7-B029D615721C}" srcOrd="9" destOrd="0" presId="urn:microsoft.com/office/officeart/2005/8/layout/process1"/>
    <dgm:cxn modelId="{D9BF1D6A-E747-4D61-A68C-75C269096C53}" type="presParOf" srcId="{1D437DD0-06A3-423D-B6D7-B029D615721C}" destId="{BC23756C-917A-4FB2-A174-67FE1ED5386B}" srcOrd="0" destOrd="0" presId="urn:microsoft.com/office/officeart/2005/8/layout/process1"/>
    <dgm:cxn modelId="{6D471378-2A1E-4AFD-A169-ADBDA0973DA3}" type="presParOf" srcId="{CBAF23BA-AC4A-4B6D-AE74-69037E26A834}" destId="{F9E1F9CD-2B75-40B5-B048-DA6A71258DE8}" srcOrd="10" destOrd="0" presId="urn:microsoft.com/office/officeart/2005/8/layout/process1"/>
    <dgm:cxn modelId="{FF0CDF35-21CA-490B-95DB-986FA2CD248B}" type="presParOf" srcId="{CBAF23BA-AC4A-4B6D-AE74-69037E26A834}" destId="{56262D87-DFC8-4F10-917C-AD6D5559FEB3}" srcOrd="11" destOrd="0" presId="urn:microsoft.com/office/officeart/2005/8/layout/process1"/>
    <dgm:cxn modelId="{205908AD-BB4B-4CE4-9F2A-8A480F068ADD}" type="presParOf" srcId="{56262D87-DFC8-4F10-917C-AD6D5559FEB3}" destId="{991B7EA0-C09B-4C30-8432-93776D275FC2}" srcOrd="0" destOrd="0" presId="urn:microsoft.com/office/officeart/2005/8/layout/process1"/>
    <dgm:cxn modelId="{43BD9862-D461-4B9A-9C6A-207952C18543}" type="presParOf" srcId="{CBAF23BA-AC4A-4B6D-AE74-69037E26A834}" destId="{AEE87C6D-6133-4EA2-B094-279D19C2A4CB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12D5E1-7364-4145-B24B-B7620D33A755}">
      <dsp:nvSpPr>
        <dsp:cNvPr id="0" name=""/>
        <dsp:cNvSpPr/>
      </dsp:nvSpPr>
      <dsp:spPr>
        <a:xfrm>
          <a:off x="-3407132" y="141802"/>
          <a:ext cx="4062504" cy="4062504"/>
        </a:xfrm>
        <a:prstGeom prst="blockArc">
          <a:avLst>
            <a:gd name="adj1" fmla="val 18900000"/>
            <a:gd name="adj2" fmla="val 2700000"/>
            <a:gd name="adj3" fmla="val 532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A7A5F8-9D19-4E4F-89BF-00DB5CF97E65}">
      <dsp:nvSpPr>
        <dsp:cNvPr id="0" name=""/>
        <dsp:cNvSpPr/>
      </dsp:nvSpPr>
      <dsp:spPr>
        <a:xfrm>
          <a:off x="245669" y="824475"/>
          <a:ext cx="2127446" cy="317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923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疏水作用力</a:t>
          </a:r>
        </a:p>
      </dsp:txBody>
      <dsp:txXfrm>
        <a:off x="245669" y="824475"/>
        <a:ext cx="2127446" cy="317383"/>
      </dsp:txXfrm>
    </dsp:sp>
    <dsp:sp modelId="{742033A9-DAE9-41E9-BCC3-5A79E63F163C}">
      <dsp:nvSpPr>
        <dsp:cNvPr id="0" name=""/>
        <dsp:cNvSpPr/>
      </dsp:nvSpPr>
      <dsp:spPr>
        <a:xfrm>
          <a:off x="47304" y="784802"/>
          <a:ext cx="396729" cy="3967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5801C7-3716-4281-8885-6294CBCAB0B0}">
      <dsp:nvSpPr>
        <dsp:cNvPr id="0" name=""/>
        <dsp:cNvSpPr/>
      </dsp:nvSpPr>
      <dsp:spPr>
        <a:xfrm>
          <a:off x="506738" y="1300490"/>
          <a:ext cx="1866376" cy="317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923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静电排斥力</a:t>
          </a:r>
        </a:p>
      </dsp:txBody>
      <dsp:txXfrm>
        <a:off x="506738" y="1300490"/>
        <a:ext cx="1866376" cy="317383"/>
      </dsp:txXfrm>
    </dsp:sp>
    <dsp:sp modelId="{DE3B0A3E-06FA-478F-B5FA-AD3C15E6CD0B}">
      <dsp:nvSpPr>
        <dsp:cNvPr id="0" name=""/>
        <dsp:cNvSpPr/>
      </dsp:nvSpPr>
      <dsp:spPr>
        <a:xfrm>
          <a:off x="308374" y="1260818"/>
          <a:ext cx="396729" cy="3967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D834D-0101-4DF7-8946-5EAF3FBAE194}">
      <dsp:nvSpPr>
        <dsp:cNvPr id="0" name=""/>
        <dsp:cNvSpPr/>
      </dsp:nvSpPr>
      <dsp:spPr>
        <a:xfrm>
          <a:off x="626119" y="1776505"/>
          <a:ext cx="1746996" cy="317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923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氢键作用</a:t>
          </a:r>
        </a:p>
      </dsp:txBody>
      <dsp:txXfrm>
        <a:off x="626119" y="1776505"/>
        <a:ext cx="1746996" cy="317383"/>
      </dsp:txXfrm>
    </dsp:sp>
    <dsp:sp modelId="{7C6293A1-152E-4F23-9031-2777E3123126}">
      <dsp:nvSpPr>
        <dsp:cNvPr id="0" name=""/>
        <dsp:cNvSpPr/>
      </dsp:nvSpPr>
      <dsp:spPr>
        <a:xfrm>
          <a:off x="427754" y="1736833"/>
          <a:ext cx="396729" cy="3967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5FD929-D101-4CE3-812E-9CA6D1EEA852}">
      <dsp:nvSpPr>
        <dsp:cNvPr id="0" name=""/>
        <dsp:cNvSpPr/>
      </dsp:nvSpPr>
      <dsp:spPr>
        <a:xfrm>
          <a:off x="578845" y="2261271"/>
          <a:ext cx="1746996" cy="317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923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范德华力</a:t>
          </a:r>
        </a:p>
      </dsp:txBody>
      <dsp:txXfrm>
        <a:off x="578845" y="2261271"/>
        <a:ext cx="1746996" cy="317383"/>
      </dsp:txXfrm>
    </dsp:sp>
    <dsp:sp modelId="{FC73CA5C-69A7-4A30-81BF-52507C3CC840}">
      <dsp:nvSpPr>
        <dsp:cNvPr id="0" name=""/>
        <dsp:cNvSpPr/>
      </dsp:nvSpPr>
      <dsp:spPr>
        <a:xfrm>
          <a:off x="427754" y="2212546"/>
          <a:ext cx="396729" cy="3967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8B379A-8B33-4A96-9167-06669BBD54C5}">
      <dsp:nvSpPr>
        <dsp:cNvPr id="0" name=""/>
        <dsp:cNvSpPr/>
      </dsp:nvSpPr>
      <dsp:spPr>
        <a:xfrm>
          <a:off x="506738" y="2728234"/>
          <a:ext cx="1866376" cy="317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923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离子作用力</a:t>
          </a:r>
        </a:p>
      </dsp:txBody>
      <dsp:txXfrm>
        <a:off x="506738" y="2728234"/>
        <a:ext cx="1866376" cy="317383"/>
      </dsp:txXfrm>
    </dsp:sp>
    <dsp:sp modelId="{7246DF48-3703-4DBC-803E-9991B22C3ABA}">
      <dsp:nvSpPr>
        <dsp:cNvPr id="0" name=""/>
        <dsp:cNvSpPr/>
      </dsp:nvSpPr>
      <dsp:spPr>
        <a:xfrm>
          <a:off x="308374" y="2688561"/>
          <a:ext cx="396729" cy="3967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666720-586F-421D-8ADB-54050A35BCC4}">
      <dsp:nvSpPr>
        <dsp:cNvPr id="0" name=""/>
        <dsp:cNvSpPr/>
      </dsp:nvSpPr>
      <dsp:spPr>
        <a:xfrm>
          <a:off x="245669" y="3204249"/>
          <a:ext cx="2127446" cy="317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1923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生物学特异性</a:t>
          </a:r>
          <a:endParaRPr lang="en-US" altLang="zh-CN" sz="1100" kern="1200" dirty="0"/>
        </a:p>
      </dsp:txBody>
      <dsp:txXfrm>
        <a:off x="245669" y="3204249"/>
        <a:ext cx="2127446" cy="317383"/>
      </dsp:txXfrm>
    </dsp:sp>
    <dsp:sp modelId="{34FEF055-815E-4812-9CEC-8C08F1FCE2B9}">
      <dsp:nvSpPr>
        <dsp:cNvPr id="0" name=""/>
        <dsp:cNvSpPr/>
      </dsp:nvSpPr>
      <dsp:spPr>
        <a:xfrm>
          <a:off x="47304" y="3164576"/>
          <a:ext cx="396729" cy="39672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10369-CAC2-4DD0-BF6F-236FB0D9BC09}">
      <dsp:nvSpPr>
        <dsp:cNvPr id="0" name=""/>
        <dsp:cNvSpPr/>
      </dsp:nvSpPr>
      <dsp:spPr bwMode="white">
        <a:xfrm>
          <a:off x="4041" y="190715"/>
          <a:ext cx="1837719" cy="534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/>
            <a:t>HCCF</a:t>
          </a:r>
          <a:endParaRPr lang="zh-CN" altLang="en-US" sz="1100" kern="1200" dirty="0"/>
        </a:p>
      </dsp:txBody>
      <dsp:txXfrm>
        <a:off x="4041" y="190715"/>
        <a:ext cx="1837719" cy="356014"/>
      </dsp:txXfrm>
    </dsp:sp>
    <dsp:sp modelId="{F982AECB-6A24-4D2E-B631-BF3C8945406E}">
      <dsp:nvSpPr>
        <dsp:cNvPr id="0" name=""/>
        <dsp:cNvSpPr/>
      </dsp:nvSpPr>
      <dsp:spPr bwMode="white">
        <a:xfrm>
          <a:off x="380442" y="546729"/>
          <a:ext cx="1837719" cy="2085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金属蛋白酶（底物广泛）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丝氨酸蛋白酶（</a:t>
          </a:r>
          <a:r>
            <a:rPr lang="en-US" altLang="zh-CN" sz="1100" kern="1200" dirty="0"/>
            <a:t>HRRA1)</a:t>
          </a:r>
          <a:r>
            <a:rPr lang="zh-CN" altLang="en-US" sz="1100" kern="1200" dirty="0"/>
            <a:t>（</a:t>
          </a:r>
          <a:r>
            <a:rPr lang="en-US" altLang="zh-CN" sz="1100" kern="1200" dirty="0"/>
            <a:t>N-</a:t>
          </a:r>
          <a:r>
            <a:rPr lang="zh-CN" altLang="en-US" sz="1100" kern="1200" dirty="0"/>
            <a:t>端切除）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唾液酸酶（水解糖蛋白多糖侧链）</a:t>
          </a:r>
        </a:p>
      </dsp:txBody>
      <dsp:txXfrm>
        <a:off x="434267" y="600554"/>
        <a:ext cx="1730069" cy="1977614"/>
      </dsp:txXfrm>
    </dsp:sp>
    <dsp:sp modelId="{37756B86-B227-4ECB-A4FA-6DE2C8AB9FD6}">
      <dsp:nvSpPr>
        <dsp:cNvPr id="0" name=""/>
        <dsp:cNvSpPr/>
      </dsp:nvSpPr>
      <dsp:spPr bwMode="white">
        <a:xfrm>
          <a:off x="2120353" y="139953"/>
          <a:ext cx="590614" cy="4575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2120353" y="231461"/>
        <a:ext cx="453352" cy="274523"/>
      </dsp:txXfrm>
    </dsp:sp>
    <dsp:sp modelId="{7EA72C98-62A5-4B88-8CD0-C273233E7C4A}">
      <dsp:nvSpPr>
        <dsp:cNvPr id="0" name=""/>
        <dsp:cNvSpPr/>
      </dsp:nvSpPr>
      <dsp:spPr bwMode="white">
        <a:xfrm>
          <a:off x="2956127" y="190715"/>
          <a:ext cx="1837719" cy="534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/>
            <a:t>Post </a:t>
          </a:r>
          <a:r>
            <a:rPr lang="en-US" altLang="zh-CN" sz="1100" kern="1200" dirty="0" err="1"/>
            <a:t>ProA</a:t>
          </a:r>
          <a:endParaRPr lang="zh-CN" altLang="en-US" sz="1100" kern="1200" dirty="0"/>
        </a:p>
      </dsp:txBody>
      <dsp:txXfrm>
        <a:off x="2956127" y="190715"/>
        <a:ext cx="1837719" cy="356014"/>
      </dsp:txXfrm>
    </dsp:sp>
    <dsp:sp modelId="{AB1CDC71-7E4A-4C26-8FCE-9F48D656055F}">
      <dsp:nvSpPr>
        <dsp:cNvPr id="0" name=""/>
        <dsp:cNvSpPr/>
      </dsp:nvSpPr>
      <dsp:spPr bwMode="white">
        <a:xfrm>
          <a:off x="3332528" y="546729"/>
          <a:ext cx="1837719" cy="2085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金属蛋白酶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组织蛋白酶</a:t>
          </a:r>
          <a:r>
            <a:rPr lang="en-US" altLang="zh-CN" sz="1100" kern="1200" dirty="0"/>
            <a:t>D/B(</a:t>
          </a:r>
          <a:r>
            <a:rPr lang="zh-CN" altLang="en-US" sz="1100" kern="1200" dirty="0"/>
            <a:t>活性天冬氨酸蛋白酶</a:t>
          </a:r>
          <a:r>
            <a:rPr lang="en-US" altLang="zh-CN" sz="1100" kern="1200" dirty="0"/>
            <a:t>)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丝氨酸蛋白酶（</a:t>
          </a:r>
          <a:r>
            <a:rPr lang="en-US" altLang="zh-CN" sz="1100" kern="1200" dirty="0"/>
            <a:t>HRRA1)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 err="1"/>
            <a:t>DnaK</a:t>
          </a:r>
          <a:r>
            <a:rPr lang="en-US" altLang="zh-CN" sz="1100" kern="1200" dirty="0"/>
            <a:t>(</a:t>
          </a:r>
          <a:r>
            <a:rPr lang="zh-CN" altLang="en-US" sz="1100" kern="1200" dirty="0"/>
            <a:t>热休克蛋白</a:t>
          </a:r>
          <a:r>
            <a:rPr lang="en-US" altLang="zh-CN" sz="1100" kern="1200" dirty="0"/>
            <a:t>)</a:t>
          </a:r>
          <a:endParaRPr lang="zh-CN" altLang="en-US" sz="1100" kern="1200" dirty="0"/>
        </a:p>
      </dsp:txBody>
      <dsp:txXfrm>
        <a:off x="3386353" y="600554"/>
        <a:ext cx="1730069" cy="1977614"/>
      </dsp:txXfrm>
    </dsp:sp>
    <dsp:sp modelId="{5864686E-2111-446F-9202-22FBCDE93DE0}">
      <dsp:nvSpPr>
        <dsp:cNvPr id="0" name=""/>
        <dsp:cNvSpPr/>
      </dsp:nvSpPr>
      <dsp:spPr bwMode="white">
        <a:xfrm>
          <a:off x="5072439" y="139953"/>
          <a:ext cx="590614" cy="4575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5072439" y="231461"/>
        <a:ext cx="453352" cy="274523"/>
      </dsp:txXfrm>
    </dsp:sp>
    <dsp:sp modelId="{A73AC88B-62D5-4761-8A68-5E2F64EA804E}">
      <dsp:nvSpPr>
        <dsp:cNvPr id="0" name=""/>
        <dsp:cNvSpPr/>
      </dsp:nvSpPr>
      <dsp:spPr bwMode="white">
        <a:xfrm>
          <a:off x="5908214" y="190715"/>
          <a:ext cx="1837719" cy="534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/>
            <a:t>Post IEX</a:t>
          </a:r>
          <a:endParaRPr lang="zh-CN" altLang="en-US" sz="1100" kern="1200" dirty="0"/>
        </a:p>
      </dsp:txBody>
      <dsp:txXfrm>
        <a:off x="5908214" y="190715"/>
        <a:ext cx="1837719" cy="356014"/>
      </dsp:txXfrm>
    </dsp:sp>
    <dsp:sp modelId="{E40A8AB2-EE1D-4540-9EF5-C81968B19CC2}">
      <dsp:nvSpPr>
        <dsp:cNvPr id="0" name=""/>
        <dsp:cNvSpPr/>
      </dsp:nvSpPr>
      <dsp:spPr bwMode="white">
        <a:xfrm>
          <a:off x="6284614" y="546729"/>
          <a:ext cx="1837719" cy="20852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金属蛋白酶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组织蛋白酶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丝氨酸蛋白酶（</a:t>
          </a:r>
          <a:r>
            <a:rPr lang="en-US" altLang="zh-CN" sz="1100" kern="1200" dirty="0"/>
            <a:t>HRRA1)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天冬酰胺内肽酶（溶酶体半胱氨酸蛋白酶）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 err="1"/>
            <a:t>BiP</a:t>
          </a:r>
          <a:r>
            <a:rPr lang="en-US" altLang="zh-CN" sz="1100" kern="1200" dirty="0"/>
            <a:t>(</a:t>
          </a:r>
          <a:r>
            <a:rPr lang="zh-CN" altLang="en-US" sz="1100" kern="1200" dirty="0"/>
            <a:t>葡糖调节蛋白</a:t>
          </a:r>
          <a:r>
            <a:rPr lang="en-US" altLang="zh-CN" sz="1100" kern="1200" dirty="0"/>
            <a:t>)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/>
            <a:t>PDI(</a:t>
          </a:r>
          <a:r>
            <a:rPr lang="zh-CN" altLang="en-US" sz="1100" kern="1200" dirty="0"/>
            <a:t>还原二硫键</a:t>
          </a:r>
          <a:r>
            <a:rPr lang="en-US" altLang="zh-CN" sz="1100" kern="1200" dirty="0"/>
            <a:t>)</a:t>
          </a:r>
          <a:endParaRPr lang="zh-CN" altLang="en-US" sz="1100" kern="1200" dirty="0"/>
        </a:p>
      </dsp:txBody>
      <dsp:txXfrm>
        <a:off x="6338439" y="600554"/>
        <a:ext cx="1730069" cy="19776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4A3A0F-5888-4F15-A63D-2CAD5776E96A}">
      <dsp:nvSpPr>
        <dsp:cNvPr id="0" name=""/>
        <dsp:cNvSpPr/>
      </dsp:nvSpPr>
      <dsp:spPr bwMode="white">
        <a:xfrm>
          <a:off x="2281" y="139229"/>
          <a:ext cx="864022" cy="981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HCCF</a:t>
          </a:r>
          <a:endParaRPr lang="zh-CN" altLang="en-US" sz="1600" kern="1200" dirty="0"/>
        </a:p>
      </dsp:txBody>
      <dsp:txXfrm>
        <a:off x="27587" y="164535"/>
        <a:ext cx="813410" cy="931032"/>
      </dsp:txXfrm>
    </dsp:sp>
    <dsp:sp modelId="{BC6FB86F-5199-4BE0-8472-BC345397DA27}">
      <dsp:nvSpPr>
        <dsp:cNvPr id="0" name=""/>
        <dsp:cNvSpPr/>
      </dsp:nvSpPr>
      <dsp:spPr bwMode="white">
        <a:xfrm>
          <a:off x="952706" y="522913"/>
          <a:ext cx="183172" cy="2142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952706" y="565768"/>
        <a:ext cx="128220" cy="128567"/>
      </dsp:txXfrm>
    </dsp:sp>
    <dsp:sp modelId="{5CB4ADE8-8353-4EE5-83AB-9A4028E6BD08}">
      <dsp:nvSpPr>
        <dsp:cNvPr id="0" name=""/>
        <dsp:cNvSpPr/>
      </dsp:nvSpPr>
      <dsp:spPr bwMode="white">
        <a:xfrm>
          <a:off x="1211913" y="139229"/>
          <a:ext cx="864022" cy="981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亲和</a:t>
          </a:r>
        </a:p>
      </dsp:txBody>
      <dsp:txXfrm>
        <a:off x="1237219" y="164535"/>
        <a:ext cx="813410" cy="931032"/>
      </dsp:txXfrm>
    </dsp:sp>
    <dsp:sp modelId="{5AA957DB-5319-49EC-824D-CF7756842C21}">
      <dsp:nvSpPr>
        <dsp:cNvPr id="0" name=""/>
        <dsp:cNvSpPr/>
      </dsp:nvSpPr>
      <dsp:spPr bwMode="white">
        <a:xfrm>
          <a:off x="2162338" y="522913"/>
          <a:ext cx="183172" cy="2142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2162338" y="565768"/>
        <a:ext cx="128220" cy="128567"/>
      </dsp:txXfrm>
    </dsp:sp>
    <dsp:sp modelId="{9A3AA0B1-528F-41B7-8B05-BEEE420E65A7}">
      <dsp:nvSpPr>
        <dsp:cNvPr id="0" name=""/>
        <dsp:cNvSpPr/>
      </dsp:nvSpPr>
      <dsp:spPr bwMode="white">
        <a:xfrm>
          <a:off x="2421544" y="139229"/>
          <a:ext cx="864022" cy="981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Low pH</a:t>
          </a:r>
          <a:endParaRPr lang="zh-CN" altLang="en-US" sz="1600" kern="1200" dirty="0"/>
        </a:p>
      </dsp:txBody>
      <dsp:txXfrm>
        <a:off x="2446850" y="164535"/>
        <a:ext cx="813410" cy="931032"/>
      </dsp:txXfrm>
    </dsp:sp>
    <dsp:sp modelId="{2EDF505A-562F-483D-8AAF-FC0F4F69B34A}">
      <dsp:nvSpPr>
        <dsp:cNvPr id="0" name=""/>
        <dsp:cNvSpPr/>
      </dsp:nvSpPr>
      <dsp:spPr bwMode="white">
        <a:xfrm>
          <a:off x="3371969" y="522913"/>
          <a:ext cx="183172" cy="2142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3371969" y="565768"/>
        <a:ext cx="128220" cy="128567"/>
      </dsp:txXfrm>
    </dsp:sp>
    <dsp:sp modelId="{9675C313-2BE5-450B-98D3-B6C4569E6D22}">
      <dsp:nvSpPr>
        <dsp:cNvPr id="0" name=""/>
        <dsp:cNvSpPr/>
      </dsp:nvSpPr>
      <dsp:spPr bwMode="white">
        <a:xfrm>
          <a:off x="3631176" y="139229"/>
          <a:ext cx="864022" cy="981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深层</a:t>
          </a:r>
          <a:endParaRPr lang="en-US" altLang="zh-CN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过滤</a:t>
          </a:r>
        </a:p>
      </dsp:txBody>
      <dsp:txXfrm>
        <a:off x="3656482" y="164535"/>
        <a:ext cx="813410" cy="931032"/>
      </dsp:txXfrm>
    </dsp:sp>
    <dsp:sp modelId="{B2858BA0-9D67-40A0-BA5A-C854D1BD3DB6}">
      <dsp:nvSpPr>
        <dsp:cNvPr id="0" name=""/>
        <dsp:cNvSpPr/>
      </dsp:nvSpPr>
      <dsp:spPr bwMode="white">
        <a:xfrm>
          <a:off x="4581601" y="522913"/>
          <a:ext cx="183172" cy="2142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4581601" y="565768"/>
        <a:ext cx="128220" cy="128567"/>
      </dsp:txXfrm>
    </dsp:sp>
    <dsp:sp modelId="{B353109E-E30B-4380-B4F5-8BFFF50090E8}">
      <dsp:nvSpPr>
        <dsp:cNvPr id="0" name=""/>
        <dsp:cNvSpPr/>
      </dsp:nvSpPr>
      <dsp:spPr bwMode="white">
        <a:xfrm>
          <a:off x="4840808" y="139229"/>
          <a:ext cx="864022" cy="981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阴离子</a:t>
          </a:r>
        </a:p>
      </dsp:txBody>
      <dsp:txXfrm>
        <a:off x="4866114" y="164535"/>
        <a:ext cx="813410" cy="931032"/>
      </dsp:txXfrm>
    </dsp:sp>
    <dsp:sp modelId="{1D437DD0-06A3-423D-B6D7-B029D615721C}">
      <dsp:nvSpPr>
        <dsp:cNvPr id="0" name=""/>
        <dsp:cNvSpPr/>
      </dsp:nvSpPr>
      <dsp:spPr bwMode="white">
        <a:xfrm>
          <a:off x="5791233" y="522913"/>
          <a:ext cx="183172" cy="2142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5791233" y="565768"/>
        <a:ext cx="128220" cy="128567"/>
      </dsp:txXfrm>
    </dsp:sp>
    <dsp:sp modelId="{F9E1F9CD-2B75-40B5-B048-DA6A71258DE8}">
      <dsp:nvSpPr>
        <dsp:cNvPr id="0" name=""/>
        <dsp:cNvSpPr/>
      </dsp:nvSpPr>
      <dsp:spPr bwMode="white">
        <a:xfrm>
          <a:off x="6050440" y="139229"/>
          <a:ext cx="864022" cy="981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阳离子</a:t>
          </a:r>
        </a:p>
      </dsp:txBody>
      <dsp:txXfrm>
        <a:off x="6075746" y="164535"/>
        <a:ext cx="813410" cy="931032"/>
      </dsp:txXfrm>
    </dsp:sp>
    <dsp:sp modelId="{56262D87-DFC8-4F10-917C-AD6D5559FEB3}">
      <dsp:nvSpPr>
        <dsp:cNvPr id="0" name=""/>
        <dsp:cNvSpPr/>
      </dsp:nvSpPr>
      <dsp:spPr bwMode="white">
        <a:xfrm>
          <a:off x="7000864" y="522913"/>
          <a:ext cx="183172" cy="2142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7000864" y="565768"/>
        <a:ext cx="128220" cy="128567"/>
      </dsp:txXfrm>
    </dsp:sp>
    <dsp:sp modelId="{AEE87C6D-6133-4EA2-B094-279D19C2A4CB}">
      <dsp:nvSpPr>
        <dsp:cNvPr id="0" name=""/>
        <dsp:cNvSpPr/>
      </dsp:nvSpPr>
      <dsp:spPr bwMode="white">
        <a:xfrm>
          <a:off x="7260071" y="139229"/>
          <a:ext cx="864022" cy="981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UD/DF</a:t>
          </a:r>
          <a:endParaRPr lang="zh-CN" altLang="en-US" sz="1600" kern="1200" dirty="0"/>
        </a:p>
      </dsp:txBody>
      <dsp:txXfrm>
        <a:off x="7285377" y="164535"/>
        <a:ext cx="813410" cy="9310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#1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#1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srcNode" val="parTx"/>
            <dgm:param type="dstNode" val="parTx"/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7" name="Shape 9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Verdana" panose="020B0604030504040204"/>
      </a:defRPr>
    </a:lvl1pPr>
    <a:lvl2pPr indent="228600" latinLnBrk="0">
      <a:defRPr sz="1200">
        <a:latin typeface="+mn-lt"/>
        <a:ea typeface="+mn-ea"/>
        <a:cs typeface="+mn-cs"/>
        <a:sym typeface="Verdana" panose="020B0604030504040204"/>
      </a:defRPr>
    </a:lvl2pPr>
    <a:lvl3pPr indent="457200" latinLnBrk="0">
      <a:defRPr sz="1200">
        <a:latin typeface="+mn-lt"/>
        <a:ea typeface="+mn-ea"/>
        <a:cs typeface="+mn-cs"/>
        <a:sym typeface="Verdana" panose="020B0604030504040204"/>
      </a:defRPr>
    </a:lvl3pPr>
    <a:lvl4pPr indent="685800" latinLnBrk="0">
      <a:defRPr sz="1200">
        <a:latin typeface="+mn-lt"/>
        <a:ea typeface="+mn-ea"/>
        <a:cs typeface="+mn-cs"/>
        <a:sym typeface="Verdana" panose="020B0604030504040204"/>
      </a:defRPr>
    </a:lvl4pPr>
    <a:lvl5pPr indent="914400" latinLnBrk="0">
      <a:defRPr sz="1200">
        <a:latin typeface="+mn-lt"/>
        <a:ea typeface="+mn-ea"/>
        <a:cs typeface="+mn-cs"/>
        <a:sym typeface="Verdana" panose="020B0604030504040204"/>
      </a:defRPr>
    </a:lvl5pPr>
    <a:lvl6pPr indent="1143000" latinLnBrk="0">
      <a:defRPr sz="1200">
        <a:latin typeface="+mn-lt"/>
        <a:ea typeface="+mn-ea"/>
        <a:cs typeface="+mn-cs"/>
        <a:sym typeface="Verdana" panose="020B0604030504040204"/>
      </a:defRPr>
    </a:lvl6pPr>
    <a:lvl7pPr indent="1371600" latinLnBrk="0">
      <a:defRPr sz="1200">
        <a:latin typeface="+mn-lt"/>
        <a:ea typeface="+mn-ea"/>
        <a:cs typeface="+mn-cs"/>
        <a:sym typeface="Verdana" panose="020B0604030504040204"/>
      </a:defRPr>
    </a:lvl7pPr>
    <a:lvl8pPr indent="1600200" latinLnBrk="0">
      <a:defRPr sz="1200">
        <a:latin typeface="+mn-lt"/>
        <a:ea typeface="+mn-ea"/>
        <a:cs typeface="+mn-cs"/>
        <a:sym typeface="Verdana" panose="020B0604030504040204"/>
      </a:defRPr>
    </a:lvl8pPr>
    <a:lvl9pPr indent="1828800" latinLnBrk="0">
      <a:defRPr sz="1200">
        <a:latin typeface="+mn-lt"/>
        <a:ea typeface="+mn-ea"/>
        <a:cs typeface="+mn-cs"/>
        <a:sym typeface="Verdana" panose="020B060403050404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 </a:t>
            </a:r>
            <a:r>
              <a:rPr lang="zh-CN" altLang="zh-CN" sz="12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详细描述：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HCP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在细胞培养过程中不断变化，细胞活力是影响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HCP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谱图的最关键因素。裂解细胞释放的胞内蛋白占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HCP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的大部分。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0811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7829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详细描述：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标准的制定通常基于工艺能力（</a:t>
            </a:r>
            <a:r>
              <a:rPr lang="en-US" altLang="zh-CN" sz="1200" kern="0" dirty="0" err="1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QbD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）和安全性风险评估，而非单一数值，高风险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HCP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需专门监控。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3375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详细描述：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沉淀法是一种低成本的预处理手段，能显著减轻下游层析负荷，通过电荷和疏水作用去除杂质。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7655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详细描述：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全合成滤膜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X0SP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pH 5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pH 8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下均表现出优于天然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材料的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HCP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去除效果（至少提升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50%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3010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 </a:t>
            </a:r>
            <a:r>
              <a:rPr lang="zh-CN" altLang="zh-CN" sz="12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详细描述：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尽管效能卓越，但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HCP-</a:t>
            </a:r>
            <a:r>
              <a:rPr lang="en-US" altLang="zh-CN" sz="1200" kern="0" dirty="0" err="1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mAb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相互作用是限制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Protein A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去除率的主要瓶颈。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137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详细描述：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不同淋洗液针对不同作用力的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HCP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。辛酸钠淋洗对去除某些特定蛋白酶（如</a:t>
            </a:r>
            <a:r>
              <a:rPr lang="en-US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Cathepsin D</a:t>
            </a: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）非常有效。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4305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9001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063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36251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3213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78131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膜技术利用物理尺寸和电荷排斥的双重机制，在精纯阶段展现出潜力。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6690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85475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6325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DCF504-06EF-4C10-8DA8-3C54F2A11D7E}" type="slidenum">
              <a:rPr lang="zh-CN" altLang="en-US" smtClean="0"/>
              <a:t>21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C90B4-8C50-4BF1-A902-4C44A4D7A7AF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C90B4-8C50-4BF1-A902-4C44A4D7A7AF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面A">
    <p:bg>
      <p:bgPr>
        <a:blipFill dpi="0" rotWithShape="1">
          <a:blip r:embed="rId2" cstate="email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72268" y="5659425"/>
            <a:ext cx="3320656" cy="25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B2B2B2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职务</a:t>
            </a:r>
            <a:r>
              <a:rPr lang="en-US" altLang="zh-CN" dirty="0"/>
              <a:t>/</a:t>
            </a:r>
            <a:r>
              <a:rPr lang="zh-CN" altLang="en-US" dirty="0"/>
              <a:t>部门</a:t>
            </a:r>
          </a:p>
        </p:txBody>
      </p:sp>
      <p:sp>
        <p:nvSpPr>
          <p:cNvPr id="3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72268" y="5996589"/>
            <a:ext cx="3320656" cy="25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B2B2B2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公司名称</a:t>
            </a:r>
          </a:p>
        </p:txBody>
      </p:sp>
      <p:sp>
        <p:nvSpPr>
          <p:cNvPr id="4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572268" y="6333752"/>
            <a:ext cx="3320656" cy="25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B2B2B2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日期</a:t>
            </a:r>
          </a:p>
        </p:txBody>
      </p:sp>
      <p:sp>
        <p:nvSpPr>
          <p:cNvPr id="5" name="文本占位符 10"/>
          <p:cNvSpPr>
            <a:spLocks noGrp="1"/>
          </p:cNvSpPr>
          <p:nvPr>
            <p:ph type="body" sz="quarter" idx="15" hasCustomPrompt="1"/>
          </p:nvPr>
        </p:nvSpPr>
        <p:spPr>
          <a:xfrm>
            <a:off x="572268" y="5322261"/>
            <a:ext cx="3320656" cy="25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B2B2B2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7" name="标题 5"/>
          <p:cNvSpPr>
            <a:spLocks noGrp="1"/>
          </p:cNvSpPr>
          <p:nvPr>
            <p:ph type="title" hasCustomPrompt="1"/>
          </p:nvPr>
        </p:nvSpPr>
        <p:spPr>
          <a:xfrm>
            <a:off x="572268" y="2566568"/>
            <a:ext cx="9692866" cy="952780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5400" b="0" i="0" u="none" strike="noStrike" cap="none" spc="0" normalizeH="0" baseline="0" dirty="0">
                <a:ln>
                  <a:noFill/>
                </a:ln>
                <a:solidFill>
                  <a:srgbClr val="A7A7A7"/>
                </a:solidFill>
                <a:effectLst/>
                <a:uFillTx/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  <a:sym typeface="Verdana" panose="020B0604030504040204"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8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572268" y="3825969"/>
            <a:ext cx="9692866" cy="3761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>
                <a:solidFill>
                  <a:srgbClr val="B2B2B2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单击此处编辑副标题</a:t>
            </a: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225841" y="6310187"/>
            <a:ext cx="165750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Verdana" panose="020B0604030504040204"/>
              </a:rPr>
              <a:t>以创新，赢尊重，得未来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像" descr="图像"/>
          <p:cNvPicPr>
            <a:picLocks noChangeAspect="1"/>
          </p:cNvPicPr>
          <p:nvPr userDrawn="1"/>
        </p:nvPicPr>
        <p:blipFill rotWithShape="1"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0" y="532736"/>
            <a:ext cx="12192000" cy="38166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标题 3"/>
          <p:cNvSpPr>
            <a:spLocks noGrp="1"/>
          </p:cNvSpPr>
          <p:nvPr>
            <p:ph type="title"/>
          </p:nvPr>
        </p:nvSpPr>
        <p:spPr>
          <a:xfrm>
            <a:off x="392879" y="282095"/>
            <a:ext cx="10515600" cy="429369"/>
          </a:xfrm>
          <a:prstGeom prst="rect">
            <a:avLst/>
          </a:prstGeom>
        </p:spPr>
        <p:txBody>
          <a:bodyPr/>
          <a:lstStyle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  <a:sym typeface="Verdana" panose="020B0604030504040204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底A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1"/>
          </p:cNvSpPr>
          <p:nvPr>
            <p:ph type="title" hasCustomPrompt="1"/>
          </p:nvPr>
        </p:nvSpPr>
        <p:spPr>
          <a:xfrm>
            <a:off x="5414837" y="3096295"/>
            <a:ext cx="5080885" cy="639510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阿里巴巴普惠体 2.0 105 Heavy" panose="00020600040101010101" pitchFamily="18" charset="-122"/>
                <a:ea typeface="阿里巴巴普惠体 2.0 105 Heavy" panose="00020600040101010101" pitchFamily="18" charset="-122"/>
              </a:defRPr>
            </a:lvl1pPr>
          </a:lstStyle>
          <a:p>
            <a:r>
              <a:rPr lang="zh-CN" altLang="en-US" dirty="0"/>
              <a:t>单击此处编辑致谢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分隔页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像" descr="图像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5600" y="1719263"/>
            <a:ext cx="2235200" cy="3419475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像" descr="图像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87864" b="6570"/>
          <a:stretch>
            <a:fillRect/>
          </a:stretch>
        </p:blipFill>
        <p:spPr>
          <a:xfrm>
            <a:off x="0" y="532736"/>
            <a:ext cx="12192000" cy="38166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标题 3"/>
          <p:cNvSpPr>
            <a:spLocks noGrp="1"/>
          </p:cNvSpPr>
          <p:nvPr>
            <p:ph type="title" hasCustomPrompt="1"/>
          </p:nvPr>
        </p:nvSpPr>
        <p:spPr>
          <a:xfrm>
            <a:off x="392879" y="282095"/>
            <a:ext cx="10515600" cy="429369"/>
          </a:xfrm>
          <a:prstGeom prst="rect">
            <a:avLst/>
          </a:prstGeom>
        </p:spPr>
        <p:txBody>
          <a:bodyPr/>
          <a:lstStyle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  <a:sym typeface="Verdana" panose="020B0604030504040204"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392879" y="1029887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1pPr>
            <a:lvl2pPr>
              <a:defRPr sz="140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2pPr>
            <a:lvl3pPr>
              <a:defRPr sz="140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3pPr>
            <a:lvl4pPr>
              <a:defRPr sz="140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4pPr>
            <a:lvl5pPr>
              <a:defRPr sz="140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0487942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面A">
    <p:bg>
      <p:bgPr>
        <a:blipFill dpi="0" rotWithShape="1">
          <a:blip r:embed="rId2" cstate="email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72268" y="5659425"/>
            <a:ext cx="3320656" cy="25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B2B2B2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职务</a:t>
            </a:r>
            <a:r>
              <a:rPr lang="en-US" altLang="zh-CN" dirty="0"/>
              <a:t>/</a:t>
            </a:r>
            <a:r>
              <a:rPr lang="zh-CN" altLang="en-US" dirty="0"/>
              <a:t>部门</a:t>
            </a:r>
          </a:p>
        </p:txBody>
      </p:sp>
      <p:sp>
        <p:nvSpPr>
          <p:cNvPr id="3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72268" y="5996589"/>
            <a:ext cx="3320656" cy="25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B2B2B2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公司名称</a:t>
            </a:r>
          </a:p>
        </p:txBody>
      </p:sp>
      <p:sp>
        <p:nvSpPr>
          <p:cNvPr id="4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572268" y="6333752"/>
            <a:ext cx="3320656" cy="25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B2B2B2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日期</a:t>
            </a:r>
          </a:p>
        </p:txBody>
      </p:sp>
      <p:sp>
        <p:nvSpPr>
          <p:cNvPr id="5" name="文本占位符 10"/>
          <p:cNvSpPr>
            <a:spLocks noGrp="1"/>
          </p:cNvSpPr>
          <p:nvPr>
            <p:ph type="body" sz="quarter" idx="15" hasCustomPrompt="1"/>
          </p:nvPr>
        </p:nvSpPr>
        <p:spPr>
          <a:xfrm>
            <a:off x="572268" y="5322261"/>
            <a:ext cx="3320656" cy="25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B2B2B2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7" name="标题 5"/>
          <p:cNvSpPr>
            <a:spLocks noGrp="1"/>
          </p:cNvSpPr>
          <p:nvPr>
            <p:ph type="title" hasCustomPrompt="1"/>
          </p:nvPr>
        </p:nvSpPr>
        <p:spPr>
          <a:xfrm>
            <a:off x="572268" y="2566568"/>
            <a:ext cx="9692866" cy="952780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5400" b="0" i="0" u="none" strike="noStrike" cap="none" spc="0" normalizeH="0" baseline="0" dirty="0">
                <a:ln>
                  <a:noFill/>
                </a:ln>
                <a:solidFill>
                  <a:srgbClr val="A7A7A7"/>
                </a:solidFill>
                <a:effectLst/>
                <a:uFillTx/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  <a:sym typeface="Verdana" panose="020B0604030504040204"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8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572268" y="3825969"/>
            <a:ext cx="9692866" cy="3761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>
                <a:solidFill>
                  <a:srgbClr val="B2B2B2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单击此处编辑副标题</a:t>
            </a: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225841" y="6310187"/>
            <a:ext cx="165750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Verdana" panose="020B0604030504040204"/>
              </a:rPr>
              <a:t>以创新，赢尊重，得未来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像" descr="图像"/>
          <p:cNvPicPr>
            <a:picLocks noChangeAspect="1"/>
          </p:cNvPicPr>
          <p:nvPr userDrawn="1"/>
        </p:nvPicPr>
        <p:blipFill rotWithShape="1"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0" y="532736"/>
            <a:ext cx="12192000" cy="38166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标题 3"/>
          <p:cNvSpPr>
            <a:spLocks noGrp="1"/>
          </p:cNvSpPr>
          <p:nvPr>
            <p:ph type="title"/>
          </p:nvPr>
        </p:nvSpPr>
        <p:spPr>
          <a:xfrm>
            <a:off x="392879" y="282095"/>
            <a:ext cx="10515600" cy="429369"/>
          </a:xfrm>
          <a:prstGeom prst="rect">
            <a:avLst/>
          </a:prstGeom>
        </p:spPr>
        <p:txBody>
          <a:bodyPr/>
          <a:lstStyle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  <a:sym typeface="Verdana" panose="020B0604030504040204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底A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1"/>
          </p:cNvSpPr>
          <p:nvPr>
            <p:ph type="title" hasCustomPrompt="1"/>
          </p:nvPr>
        </p:nvSpPr>
        <p:spPr>
          <a:xfrm>
            <a:off x="5414837" y="3096295"/>
            <a:ext cx="5080885" cy="639510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阿里巴巴普惠体 2.0 105 Heavy" panose="00020600040101010101" pitchFamily="18" charset="-122"/>
                <a:ea typeface="阿里巴巴普惠体 2.0 105 Heavy" panose="00020600040101010101" pitchFamily="18" charset="-122"/>
              </a:defRPr>
            </a:lvl1pPr>
          </a:lstStyle>
          <a:p>
            <a:r>
              <a:rPr lang="zh-CN" altLang="en-US" dirty="0"/>
              <a:t>单击此处编辑致谢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分隔页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像" descr="图像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5600" y="1719263"/>
            <a:ext cx="2235200" cy="3419475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分隔页A">
    <p:bg>
      <p:bgPr>
        <a:blipFill dpi="0" rotWithShape="1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0" y="2897981"/>
            <a:ext cx="12192000" cy="1062038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 cstate="email">
            <a:lum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2" r:id="rId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 cstate="email">
            <a:lum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Verdana" panose="020B060403050404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 panose="020B060403050404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10617" y="1612302"/>
            <a:ext cx="5903595" cy="680085"/>
          </a:xfrm>
        </p:spPr>
        <p:txBody>
          <a:bodyPr/>
          <a:lstStyle>
            <a:lvl1pPr>
              <a:lnSpc>
                <a:spcPct val="120000"/>
              </a:lnSpc>
              <a:defRPr sz="5400"/>
            </a:lvl1pPr>
          </a:lstStyle>
          <a:p>
            <a:pPr>
              <a:lnSpc>
                <a:spcPct val="100000"/>
              </a:lnSpc>
            </a:pPr>
            <a:r>
              <a:rPr lang="en-US" altLang="zh-CN" sz="3600" b="1" dirty="0">
                <a:solidFill>
                  <a:schemeClr val="tx1"/>
                </a:solidFill>
                <a:ea typeface="+mn-lt"/>
                <a:sym typeface="+mn-ea"/>
              </a:rPr>
              <a:t>HCP</a:t>
            </a:r>
            <a:r>
              <a:rPr lang="zh-CN" altLang="en-US" sz="3600" b="1" dirty="0">
                <a:solidFill>
                  <a:schemeClr val="tx1"/>
                </a:solidFill>
                <a:ea typeface="+mn-lt"/>
                <a:sym typeface="+mn-ea"/>
              </a:rPr>
              <a:t>去除策略介绍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lt"/>
              </a:rPr>
              <a:t>目录</a:t>
            </a:r>
          </a:p>
        </p:txBody>
      </p:sp>
      <p:sp>
        <p:nvSpPr>
          <p:cNvPr id="3" name="标题 1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710617" y="2501302"/>
            <a:ext cx="5903595" cy="680085"/>
          </a:xfrm>
        </p:spPr>
        <p:txBody>
          <a:bodyPr/>
          <a:lstStyle>
            <a:lvl1pPr>
              <a:lnSpc>
                <a:spcPct val="120000"/>
              </a:lnSpc>
              <a:defRPr sz="5400"/>
            </a:lvl1pPr>
          </a:lstStyle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chemeClr val="accent2"/>
                </a:solidFill>
                <a:ea typeface="+mn-lt"/>
                <a:sym typeface="+mn-ea"/>
              </a:rPr>
              <a:t>纳微案例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3475248" y="1598968"/>
            <a:ext cx="850900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tx1"/>
                </a:solidFill>
                <a:ea typeface="微软雅黑" panose="020B0503020204020204" charset="-122"/>
                <a:cs typeface="+mn-lt"/>
              </a:rPr>
              <a:t>1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475248" y="2459580"/>
            <a:ext cx="850900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accent2"/>
                </a:solidFill>
                <a:ea typeface="微软雅黑" panose="020B0503020204020204" charset="-122"/>
                <a:cs typeface="+mn-lt"/>
              </a:rPr>
              <a:t>2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EA09-5381-2ADF-BBB2-824741F2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HCP</a:t>
            </a:r>
            <a:r>
              <a:rPr lang="zh-CN" altLang="en-US" dirty="0"/>
              <a:t>背景：来源与成分分析</a:t>
            </a: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5E07B5E7-101C-8578-0B7B-19667F84AF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368" t="26013" r="3089" b="8366"/>
          <a:stretch/>
        </p:blipFill>
        <p:spPr>
          <a:xfrm>
            <a:off x="6382871" y="2165269"/>
            <a:ext cx="5674658" cy="45002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2D7A007-96D2-E430-D668-79D3B0A4208C}"/>
              </a:ext>
            </a:extLst>
          </p:cNvPr>
          <p:cNvSpPr txBox="1"/>
          <p:nvPr/>
        </p:nvSpPr>
        <p:spPr>
          <a:xfrm>
            <a:off x="591671" y="2017644"/>
            <a:ext cx="6096000" cy="360098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800" b="1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主要来源：</a:t>
            </a:r>
            <a:endParaRPr lang="en-US" altLang="zh-CN" sz="2800" b="1" kern="0" dirty="0">
              <a:effectLst/>
              <a:latin typeface="+mj-ea"/>
              <a:ea typeface="+mj-ea"/>
              <a:cs typeface="宋体" panose="02010600030101010101" pitchFamily="2" charset="-122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altLang="zh-CN" sz="2400" b="1" dirty="0">
                <a:latin typeface="+mj-ea"/>
                <a:ea typeface="+mj-ea"/>
                <a:cs typeface="宋体" panose="02010600030101010101" pitchFamily="2" charset="-122"/>
              </a:rPr>
              <a:t>    </a:t>
            </a:r>
            <a:r>
              <a:rPr lang="zh-CN" altLang="zh-CN" sz="2400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生产细胞（如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CHO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细胞）的内源性蛋白，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 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通过主动分泌或细胞裂解释放。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800" b="1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异质性：</a:t>
            </a:r>
            <a:r>
              <a:rPr lang="zh-CN" altLang="zh-CN" sz="2800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 </a:t>
            </a:r>
            <a:endParaRPr lang="en-US" altLang="zh-CN" sz="2800" kern="0" dirty="0">
              <a:effectLst/>
              <a:latin typeface="+mj-ea"/>
              <a:ea typeface="+mj-ea"/>
              <a:cs typeface="宋体" panose="02010600030101010101" pitchFamily="2" charset="-122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altLang="zh-CN" sz="2400" dirty="0">
                <a:latin typeface="+mj-ea"/>
                <a:ea typeface="+mj-ea"/>
                <a:cs typeface="宋体" panose="02010600030101010101" pitchFamily="2" charset="-122"/>
              </a:rPr>
              <a:t>   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包含数千种具有不同分子量、等电点（</a:t>
            </a:r>
            <a:r>
              <a:rPr lang="en-US" altLang="zh-CN" sz="2400" kern="0" dirty="0" err="1">
                <a:effectLst/>
                <a:latin typeface="+mn-ea"/>
                <a:cs typeface="宋体" panose="02010600030101010101" pitchFamily="2" charset="-122"/>
              </a:rPr>
              <a:t>pI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）和疏水性的蛋白。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800" b="1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关键成分：</a:t>
            </a:r>
            <a:endParaRPr lang="en-US" altLang="zh-CN" sz="2800" b="1" kern="0" dirty="0">
              <a:effectLst/>
              <a:latin typeface="+mj-ea"/>
              <a:ea typeface="+mj-ea"/>
              <a:cs typeface="宋体" panose="02010600030101010101" pitchFamily="2" charset="-122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altLang="zh-CN" sz="2400" b="1" dirty="0">
                <a:latin typeface="+mj-ea"/>
                <a:ea typeface="+mj-ea"/>
                <a:cs typeface="宋体" panose="02010600030101010101" pitchFamily="2" charset="-122"/>
              </a:rPr>
              <a:t>   </a:t>
            </a:r>
            <a:r>
              <a:rPr lang="zh-CN" altLang="zh-CN" sz="2400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蛋白酶（如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Cathepsin D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）、伴侣蛋白（如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HSP70/90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）、脂酶（如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LPL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）等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43189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EA09-5381-2ADF-BBB2-824741F2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HCP</a:t>
            </a:r>
            <a:r>
              <a:rPr lang="zh-CN" altLang="en-US" dirty="0"/>
              <a:t>对药物质量属性及安全性影响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8EA5B5-176E-9B29-7FB5-CFB2EB440667}"/>
              </a:ext>
            </a:extLst>
          </p:cNvPr>
          <p:cNvSpPr txBox="1"/>
          <p:nvPr/>
        </p:nvSpPr>
        <p:spPr>
          <a:xfrm>
            <a:off x="1446070" y="2059394"/>
            <a:ext cx="6185646" cy="301621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dirty="0">
                <a:solidFill>
                  <a:schemeClr val="accent5"/>
                </a:solidFill>
                <a:latin typeface="+mj-ea"/>
                <a:ea typeface="+mj-ea"/>
                <a:cs typeface="阿里巴巴普惠体 2.0 75 SemiBold" panose="00020600040101010101" pitchFamily="18" charset="-122"/>
              </a:rPr>
              <a:t>安全性</a:t>
            </a:r>
            <a:endParaRPr lang="en-US" altLang="zh-CN" sz="2400" dirty="0">
              <a:solidFill>
                <a:schemeClr val="accent5"/>
              </a:solidFill>
              <a:latin typeface="+mj-ea"/>
              <a:ea typeface="+mj-ea"/>
              <a:cs typeface="阿里巴巴普惠体 2.0 75 SemiBold" panose="00020600040101010101" pitchFamily="18" charset="-122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1800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潜在的免疫原性（如</a:t>
            </a:r>
            <a:r>
              <a:rPr lang="en-US" altLang="zh-CN" sz="1800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PLBL2</a:t>
            </a:r>
            <a:r>
              <a:rPr lang="zh-CN" altLang="zh-CN" sz="1800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引起免疫反应）和生物学活性。</a:t>
            </a:r>
            <a:endParaRPr lang="en-US" altLang="zh-CN" sz="1800" kern="0" dirty="0">
              <a:effectLst/>
              <a:latin typeface="+mj-ea"/>
              <a:ea typeface="+mj-ea"/>
              <a:cs typeface="宋体" panose="02010600030101010101" pitchFamily="2" charset="-122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zh-CN" altLang="zh-CN" sz="14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buSzPts val="1000"/>
              <a:tabLst>
                <a:tab pos="457200" algn="l"/>
              </a:tabLst>
            </a:pPr>
            <a:r>
              <a:rPr lang="zh-CN" altLang="zh-CN" sz="2400" dirty="0">
                <a:solidFill>
                  <a:schemeClr val="accent5"/>
                </a:solidFill>
                <a:latin typeface="+mj-ea"/>
                <a:ea typeface="+mj-ea"/>
                <a:cs typeface="阿里巴巴普惠体 2.0 75 SemiBold" panose="00020600040101010101" pitchFamily="18" charset="-122"/>
              </a:rPr>
              <a:t>产品质量</a:t>
            </a:r>
            <a:endParaRPr lang="en-US" altLang="zh-CN" sz="2400" dirty="0">
              <a:solidFill>
                <a:schemeClr val="accent5"/>
              </a:solidFill>
              <a:latin typeface="+mj-ea"/>
              <a:ea typeface="+mj-ea"/>
              <a:cs typeface="阿里巴巴普惠体 2.0 75 SemiBold" panose="00020600040101010101" pitchFamily="18" charset="-122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1800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诱导抗体降解</a:t>
            </a:r>
            <a:r>
              <a:rPr lang="en-US" altLang="zh-CN" sz="1800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/</a:t>
            </a:r>
            <a:r>
              <a:rPr lang="zh-CN" altLang="zh-CN" sz="1800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片段化（蛋白酶作用）或促进聚集。</a:t>
            </a:r>
            <a:endParaRPr lang="en-US" altLang="zh-CN" sz="1800" kern="0" dirty="0">
              <a:effectLst/>
              <a:latin typeface="+mj-ea"/>
              <a:ea typeface="+mj-ea"/>
              <a:cs typeface="宋体" panose="02010600030101010101" pitchFamily="2" charset="-122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zh-CN" altLang="zh-CN" sz="14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lvl="0">
              <a:buSzPts val="1000"/>
              <a:tabLst>
                <a:tab pos="457200" algn="l"/>
              </a:tabLst>
            </a:pPr>
            <a:r>
              <a:rPr lang="zh-CN" altLang="zh-CN" sz="2400" dirty="0">
                <a:solidFill>
                  <a:schemeClr val="accent5"/>
                </a:solidFill>
                <a:latin typeface="+mj-ea"/>
                <a:ea typeface="+mj-ea"/>
                <a:cs typeface="阿里巴巴普惠体 2.0 75 SemiBold" panose="00020600040101010101" pitchFamily="18" charset="-122"/>
              </a:rPr>
              <a:t>稳定性 </a:t>
            </a:r>
            <a:endParaRPr lang="en-US" altLang="zh-CN" sz="2400" dirty="0">
              <a:solidFill>
                <a:schemeClr val="accent5"/>
              </a:solidFill>
              <a:latin typeface="+mj-ea"/>
              <a:ea typeface="+mj-ea"/>
              <a:cs typeface="阿里巴巴普惠体 2.0 75 SemiBold" panose="00020600040101010101" pitchFamily="18" charset="-122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1800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降解制剂辅料（如降解聚山梨酯</a:t>
            </a:r>
            <a:r>
              <a:rPr lang="en-US" altLang="zh-CN" sz="1800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PS-80</a:t>
            </a:r>
            <a:r>
              <a:rPr lang="zh-CN" altLang="zh-CN" sz="1800" kern="0" dirty="0">
                <a:effectLst/>
                <a:latin typeface="+mj-ea"/>
                <a:ea typeface="+mj-ea"/>
                <a:cs typeface="宋体" panose="02010600030101010101" pitchFamily="2" charset="-122"/>
              </a:rPr>
              <a:t>，导致微粒形成）。</a:t>
            </a:r>
            <a:endParaRPr lang="zh-CN" altLang="zh-CN" sz="14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277828B4-5A75-5A96-F6F0-3714B3FA9E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44" t="68877" r="87691" b="15225"/>
          <a:stretch/>
        </p:blipFill>
        <p:spPr>
          <a:xfrm>
            <a:off x="579504" y="4048284"/>
            <a:ext cx="912770" cy="1051068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8E796E24-5650-E954-E8FC-9890B21B35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20" t="46139" r="88161" b="37816"/>
          <a:stretch/>
        </p:blipFill>
        <p:spPr>
          <a:xfrm>
            <a:off x="502286" y="2997215"/>
            <a:ext cx="945501" cy="1051069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86569A8-A605-40F7-4D17-735CE10E3A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1" t="22440" r="88161" b="58107"/>
          <a:stretch/>
        </p:blipFill>
        <p:spPr>
          <a:xfrm>
            <a:off x="392879" y="1872584"/>
            <a:ext cx="1053191" cy="1255726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9C3E0962-3252-4C3D-1F8A-7A8C3F7A6E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387" t="23904"/>
          <a:stretch/>
        </p:blipFill>
        <p:spPr>
          <a:xfrm>
            <a:off x="7181726" y="2059394"/>
            <a:ext cx="4509321" cy="414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8849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EA09-5381-2ADF-BBB2-824741F2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HCP</a:t>
            </a:r>
            <a:r>
              <a:rPr lang="zh-CN" altLang="en-US" dirty="0"/>
              <a:t>检测方法盘点：传统与现代手段对比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BE3330E-496A-81A1-886A-CF6D63AE3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85" t="25492" r="3603" b="7189"/>
          <a:stretch/>
        </p:blipFill>
        <p:spPr>
          <a:xfrm>
            <a:off x="493058" y="1568824"/>
            <a:ext cx="11205883" cy="461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5364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EA09-5381-2ADF-BBB2-824741F2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各检测方法优缺点对比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9ED565C-C2FE-54B4-C414-67D2BD9C2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93198"/>
              </p:ext>
            </p:extLst>
          </p:nvPr>
        </p:nvGraphicFramePr>
        <p:xfrm>
          <a:off x="577516" y="1376413"/>
          <a:ext cx="11126803" cy="399419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727861">
                  <a:extLst>
                    <a:ext uri="{9D8B030D-6E8A-4147-A177-3AD203B41FA5}">
                      <a16:colId xmlns:a16="http://schemas.microsoft.com/office/drawing/2014/main" val="1467344317"/>
                    </a:ext>
                  </a:extLst>
                </a:gridCol>
                <a:gridCol w="2727861">
                  <a:extLst>
                    <a:ext uri="{9D8B030D-6E8A-4147-A177-3AD203B41FA5}">
                      <a16:colId xmlns:a16="http://schemas.microsoft.com/office/drawing/2014/main" val="2903356736"/>
                    </a:ext>
                  </a:extLst>
                </a:gridCol>
                <a:gridCol w="2727861">
                  <a:extLst>
                    <a:ext uri="{9D8B030D-6E8A-4147-A177-3AD203B41FA5}">
                      <a16:colId xmlns:a16="http://schemas.microsoft.com/office/drawing/2014/main" val="3924016914"/>
                    </a:ext>
                  </a:extLst>
                </a:gridCol>
                <a:gridCol w="2943220">
                  <a:extLst>
                    <a:ext uri="{9D8B030D-6E8A-4147-A177-3AD203B41FA5}">
                      <a16:colId xmlns:a16="http://schemas.microsoft.com/office/drawing/2014/main" val="4107095311"/>
                    </a:ext>
                  </a:extLst>
                </a:gridCol>
              </a:tblGrid>
              <a:tr h="715690">
                <a:tc>
                  <a:txBody>
                    <a:bodyPr/>
                    <a:lstStyle/>
                    <a:p>
                      <a:pPr algn="ctr" rtl="0"/>
                      <a:r>
                        <a:rPr lang="zh-CN" altLang="en-US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检测方法</a:t>
                      </a:r>
                      <a:endParaRPr lang="zh-CN" altLang="en-US" sz="180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altLang="en-US" sz="18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核心优点</a:t>
                      </a:r>
                      <a:endParaRPr lang="zh-CN" altLang="en-US" sz="180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altLang="en-US" sz="18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核心缺点</a:t>
                      </a:r>
                      <a:endParaRPr lang="zh-CN" altLang="en-US" sz="180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altLang="en-US" sz="18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检出限 </a:t>
                      </a:r>
                      <a:r>
                        <a:rPr lang="en-US" altLang="zh-CN" sz="18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LOD)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3335599555"/>
                  </a:ext>
                </a:extLst>
              </a:tr>
              <a:tr h="1111903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ELISA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altLang="en-US" sz="18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操作简便、灵敏度高、高通量、行业标准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altLang="en-US" sz="18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无法识别种类</a:t>
                      </a:r>
                      <a:r>
                        <a:rPr lang="zh-CN" altLang="en-US" sz="18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、依赖特定抗体、抗体覆盖度（</a:t>
                      </a:r>
                      <a:r>
                        <a:rPr lang="en-US" altLang="zh-CN" sz="18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Coverage</a:t>
                      </a:r>
                      <a:r>
                        <a:rPr lang="zh-CN" altLang="en-US" sz="18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）有限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~1 ppm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47013812"/>
                  </a:ext>
                </a:extLst>
              </a:tr>
              <a:tr h="1111903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LC-MS/MS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altLang="en-US" sz="18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可定量且定性</a:t>
                      </a:r>
                      <a:r>
                        <a:rPr lang="zh-CN" altLang="en-US" sz="18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、无需预先制备抗体、能识别特定高风险蛋白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altLang="en-US" sz="18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仪器昂贵、数据分析复杂、动态范围有限（受主成分抗体干扰）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1 - 50 ppm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3686719295"/>
                  </a:ext>
                </a:extLst>
              </a:tr>
              <a:tr h="1054698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2D-GE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altLang="en-US" sz="18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可视化蛋白分布</a:t>
                      </a:r>
                      <a:r>
                        <a:rPr lang="zh-CN" altLang="en-US" sz="18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、直观展示抗体覆盖度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CN" altLang="en-US" sz="18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耗时费力、通量低、对低丰度蛋白不敏感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l-GR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μ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g </a:t>
                      </a:r>
                      <a:r>
                        <a:rPr lang="zh-CN" altLang="en-US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级</a:t>
                      </a:r>
                      <a:endParaRPr lang="zh-CN" altLang="en-US" sz="180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345841071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25AEC2B-A544-D35D-AB94-4F5E70B7D06F}"/>
              </a:ext>
            </a:extLst>
          </p:cNvPr>
          <p:cNvSpPr txBox="1"/>
          <p:nvPr/>
        </p:nvSpPr>
        <p:spPr>
          <a:xfrm>
            <a:off x="1232034" y="5774032"/>
            <a:ext cx="10121765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企业通常采用</a:t>
            </a:r>
            <a:r>
              <a:rPr lang="en-US" altLang="zh-CN" sz="2400" dirty="0">
                <a:solidFill>
                  <a:schemeClr val="tx1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ELISA</a:t>
            </a:r>
            <a:r>
              <a:rPr lang="zh-CN" altLang="en-US" sz="2400" dirty="0">
                <a:solidFill>
                  <a:schemeClr val="tx1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进行常规监控，而用</a:t>
            </a:r>
            <a:r>
              <a:rPr lang="en-US" altLang="zh-CN" sz="2400" dirty="0">
                <a:solidFill>
                  <a:schemeClr val="tx1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MS</a:t>
            </a:r>
            <a:r>
              <a:rPr lang="zh-CN" altLang="en-US" sz="2400" dirty="0">
                <a:solidFill>
                  <a:schemeClr val="tx1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识别“持久性”和“高风险”</a:t>
            </a:r>
            <a:r>
              <a:rPr lang="en-US" altLang="zh-CN" sz="2400" dirty="0">
                <a:solidFill>
                  <a:schemeClr val="tx1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HCP</a:t>
            </a:r>
            <a:endParaRPr lang="zh-CN" altLang="en-US" sz="2400" dirty="0">
              <a:solidFill>
                <a:schemeClr val="tx1"/>
              </a:solidFill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657064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EA09-5381-2ADF-BBB2-824741F2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企业控制</a:t>
            </a:r>
            <a:r>
              <a:rPr lang="en-US" altLang="zh-CN" dirty="0"/>
              <a:t>HCP</a:t>
            </a:r>
            <a:r>
              <a:rPr lang="zh-CN" altLang="en-US" dirty="0"/>
              <a:t>标准与监管要求分析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5A55BAF-14CF-D86C-EEB1-6157CB577A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73" t="20957"/>
          <a:stretch/>
        </p:blipFill>
        <p:spPr>
          <a:xfrm>
            <a:off x="6372519" y="1774748"/>
            <a:ext cx="4976664" cy="467540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5C718DF-E083-D9AF-FED3-7752BB8FB59E}"/>
              </a:ext>
            </a:extLst>
          </p:cNvPr>
          <p:cNvSpPr txBox="1"/>
          <p:nvPr/>
        </p:nvSpPr>
        <p:spPr>
          <a:xfrm>
            <a:off x="637976" y="2048125"/>
            <a:ext cx="5458024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非正式标准：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行业通常以 </a:t>
            </a:r>
            <a:r>
              <a:rPr lang="en-US" altLang="zh-CN" sz="2400" b="1" kern="0" dirty="0">
                <a:solidFill>
                  <a:srgbClr val="00FFCC"/>
                </a:solidFill>
                <a:effectLst/>
                <a:latin typeface="+mn-ea"/>
                <a:cs typeface="宋体" panose="02010600030101010101" pitchFamily="2" charset="-122"/>
              </a:rPr>
              <a:t>&lt;100 ppm (ng/mg)</a:t>
            </a:r>
            <a:r>
              <a:rPr lang="en-US" altLang="zh-CN" sz="2400" kern="0" dirty="0">
                <a:solidFill>
                  <a:srgbClr val="00FFCC"/>
                </a:solidFill>
                <a:effectLst/>
                <a:latin typeface="+mn-ea"/>
                <a:cs typeface="宋体" panose="02010600030101010101" pitchFamily="2" charset="-122"/>
              </a:rPr>
              <a:t>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作为目标限度。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监管视角：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FDA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和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EMA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要求尽可能的低，且必须使用灵敏方法检测。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现状：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已批准药物的平均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水平约为 </a:t>
            </a:r>
            <a:r>
              <a:rPr lang="en-US" altLang="zh-CN" sz="2400" b="1" dirty="0">
                <a:solidFill>
                  <a:srgbClr val="00FFCC"/>
                </a:solidFill>
                <a:latin typeface="+mn-ea"/>
              </a:rPr>
              <a:t>20 ppm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83020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EA09-5381-2ADF-BBB2-824741F2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HCP</a:t>
            </a:r>
            <a:r>
              <a:rPr lang="zh-CN" altLang="en-US" dirty="0"/>
              <a:t>去除策略</a:t>
            </a:r>
            <a:r>
              <a:rPr lang="en-US" altLang="zh-CN" dirty="0"/>
              <a:t>1</a:t>
            </a:r>
            <a:r>
              <a:rPr lang="zh-CN" altLang="en-US" dirty="0"/>
              <a:t>：收获液杂质沉淀技术</a:t>
            </a: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F726471A-DA5B-CEB0-8ED2-327ABA30CA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765" t="21177" r="3676" b="8758"/>
          <a:stretch/>
        </p:blipFill>
        <p:spPr>
          <a:xfrm>
            <a:off x="7019363" y="1479176"/>
            <a:ext cx="4823013" cy="48050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FA7A7C3-D848-90C8-E3E0-F08432DAE230}"/>
              </a:ext>
            </a:extLst>
          </p:cNvPr>
          <p:cNvSpPr txBox="1"/>
          <p:nvPr/>
        </p:nvSpPr>
        <p:spPr>
          <a:xfrm>
            <a:off x="571513" y="1982734"/>
            <a:ext cx="6185646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阳离子聚合物（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PAA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）：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在</a:t>
            </a:r>
            <a:r>
              <a:rPr lang="en-US" altLang="zh-CN" sz="2400" b="1" dirty="0">
                <a:solidFill>
                  <a:srgbClr val="00FFCC"/>
                </a:solidFill>
                <a:latin typeface="+mn-ea"/>
              </a:rPr>
              <a:t>pH 7</a:t>
            </a:r>
            <a:r>
              <a:rPr lang="zh-CN" altLang="zh-CN" sz="2400" b="1" dirty="0">
                <a:solidFill>
                  <a:srgbClr val="00FFCC"/>
                </a:solidFill>
                <a:latin typeface="+mn-ea"/>
              </a:rPr>
              <a:t>、</a:t>
            </a:r>
            <a:r>
              <a:rPr lang="en-US" altLang="zh-CN" sz="2400" b="1" dirty="0">
                <a:solidFill>
                  <a:srgbClr val="00FFCC"/>
                </a:solidFill>
                <a:latin typeface="+mn-ea"/>
              </a:rPr>
              <a:t>7.5 mS/cm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条件下，使用</a:t>
            </a:r>
            <a:r>
              <a:rPr lang="en-US" altLang="zh-CN" sz="2400" b="1" dirty="0">
                <a:solidFill>
                  <a:srgbClr val="00FFCC"/>
                </a:solidFill>
                <a:latin typeface="+mn-ea"/>
              </a:rPr>
              <a:t>0.05% PAA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可去除</a:t>
            </a:r>
            <a:r>
              <a:rPr lang="en-US" altLang="zh-CN" sz="2400" b="1" dirty="0">
                <a:solidFill>
                  <a:srgbClr val="00FFCC"/>
                </a:solidFill>
                <a:latin typeface="+mn-ea"/>
              </a:rPr>
              <a:t>&gt;75%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辛酸沉淀（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CA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）：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在</a:t>
            </a:r>
            <a:r>
              <a:rPr lang="en-US" altLang="zh-CN" sz="2400" b="1" dirty="0">
                <a:solidFill>
                  <a:srgbClr val="00FFCC"/>
                </a:solidFill>
                <a:latin typeface="+mn-ea"/>
              </a:rPr>
              <a:t>pH 5.0-5.5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条件下，</a:t>
            </a:r>
            <a:r>
              <a:rPr lang="en-US" altLang="zh-CN" sz="2400" b="1" dirty="0">
                <a:solidFill>
                  <a:srgbClr val="00FFCC"/>
                </a:solidFill>
                <a:latin typeface="+mn-ea"/>
              </a:rPr>
              <a:t>0.4-1%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辛酸能有效沉淀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DNA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和部分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CaCl2/PEG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也用于辅助沉淀，但</a:t>
            </a:r>
            <a:r>
              <a:rPr lang="en-US" altLang="zh-CN" sz="2400" b="1" dirty="0">
                <a:solidFill>
                  <a:srgbClr val="00FFCC"/>
                </a:solidFill>
                <a:latin typeface="+mn-ea"/>
              </a:rPr>
              <a:t>PEG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可能导致收率下降。</a:t>
            </a: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5217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EA09-5381-2ADF-BBB2-824741F2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HCP</a:t>
            </a:r>
            <a:r>
              <a:rPr lang="zh-CN" altLang="en-US" dirty="0"/>
              <a:t>去除策略</a:t>
            </a:r>
            <a:r>
              <a:rPr lang="en-US" altLang="zh-CN" dirty="0"/>
              <a:t>2</a:t>
            </a:r>
            <a:r>
              <a:rPr lang="zh-CN" altLang="en-US" dirty="0"/>
              <a:t>：收获液澄清中的深层过滤去除效果</a:t>
            </a: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EAE1B15B-90DE-C4A0-0E2B-C5BB57424D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736" t="19738"/>
          <a:stretch/>
        </p:blipFill>
        <p:spPr>
          <a:xfrm>
            <a:off x="6185647" y="1165411"/>
            <a:ext cx="6006353" cy="550432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68FE52E-5DFA-0DA7-80E4-8F0258F20C28}"/>
              </a:ext>
            </a:extLst>
          </p:cNvPr>
          <p:cNvSpPr txBox="1"/>
          <p:nvPr/>
        </p:nvSpPr>
        <p:spPr>
          <a:xfrm>
            <a:off x="159797" y="2303929"/>
            <a:ext cx="6185646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dirty="0">
                <a:latin typeface="+mn-ea"/>
              </a:rPr>
              <a:t>作用机制： </a:t>
            </a:r>
            <a:r>
              <a:rPr lang="zh-CN" altLang="zh-CN" sz="2400" b="1" dirty="0">
                <a:solidFill>
                  <a:srgbClr val="00FFCC"/>
                </a:solidFill>
                <a:latin typeface="+mn-ea"/>
              </a:rPr>
              <a:t>机械筛分</a:t>
            </a:r>
            <a:r>
              <a:rPr lang="zh-CN" altLang="zh-CN" sz="2400" dirty="0">
                <a:latin typeface="+mn-ea"/>
              </a:rPr>
              <a:t>与</a:t>
            </a:r>
            <a:r>
              <a:rPr lang="zh-CN" altLang="zh-CN" sz="2400" b="1" dirty="0">
                <a:solidFill>
                  <a:srgbClr val="00FFCC"/>
                </a:solidFill>
                <a:latin typeface="+mn-ea"/>
              </a:rPr>
              <a:t>电荷吸附</a:t>
            </a:r>
            <a:r>
              <a:rPr lang="zh-CN" altLang="zh-CN" sz="2400" dirty="0">
                <a:latin typeface="+mn-ea"/>
              </a:rPr>
              <a:t>（静电</a:t>
            </a:r>
            <a:r>
              <a:rPr lang="en-US" altLang="zh-CN" sz="2400" dirty="0">
                <a:latin typeface="+mn-ea"/>
              </a:rPr>
              <a:t>/</a:t>
            </a:r>
            <a:r>
              <a:rPr lang="zh-CN" altLang="zh-CN" sz="2400" dirty="0">
                <a:latin typeface="+mn-ea"/>
              </a:rPr>
              <a:t>疏水）。</a:t>
            </a: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dirty="0">
                <a:latin typeface="+mn-ea"/>
              </a:rPr>
              <a:t>合成材料： 如 </a:t>
            </a:r>
            <a:r>
              <a:rPr lang="en-US" altLang="zh-CN" sz="2400" b="1" dirty="0">
                <a:solidFill>
                  <a:srgbClr val="00FFCC"/>
                </a:solidFill>
                <a:latin typeface="+mn-ea"/>
              </a:rPr>
              <a:t>Millipore X0SP</a:t>
            </a:r>
            <a:r>
              <a:rPr lang="zh-CN" altLang="zh-CN" sz="2400" dirty="0">
                <a:latin typeface="+mn-ea"/>
              </a:rPr>
              <a:t>，比传统</a:t>
            </a:r>
            <a:r>
              <a:rPr lang="en-US" altLang="zh-CN" sz="2400" dirty="0">
                <a:latin typeface="+mn-ea"/>
              </a:rPr>
              <a:t>DE</a:t>
            </a:r>
            <a:r>
              <a:rPr lang="zh-CN" altLang="zh-CN" sz="2400" dirty="0">
                <a:latin typeface="+mn-ea"/>
              </a:rPr>
              <a:t>滤膜（</a:t>
            </a:r>
            <a:r>
              <a:rPr lang="en-US" altLang="zh-CN" sz="2400" dirty="0">
                <a:latin typeface="+mn-ea"/>
              </a:rPr>
              <a:t>B1HC/X0HC</a:t>
            </a:r>
            <a:r>
              <a:rPr lang="zh-CN" altLang="zh-CN" sz="2400" dirty="0">
                <a:latin typeface="+mn-ea"/>
              </a:rPr>
              <a:t>）具有更高</a:t>
            </a:r>
            <a:r>
              <a:rPr lang="zh-CN" altLang="zh-CN" sz="2400" b="1" dirty="0">
                <a:solidFill>
                  <a:srgbClr val="00FFCC"/>
                </a:solidFill>
                <a:latin typeface="+mn-ea"/>
              </a:rPr>
              <a:t>蛋白质结合力</a:t>
            </a:r>
            <a:r>
              <a:rPr lang="zh-CN" altLang="zh-CN" sz="2400" dirty="0">
                <a:latin typeface="+mn-ea"/>
              </a:rPr>
              <a:t>。</a:t>
            </a: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dirty="0">
                <a:latin typeface="+mn-ea"/>
              </a:rPr>
              <a:t>混合模式： </a:t>
            </a:r>
            <a:r>
              <a:rPr lang="en-US" altLang="zh-CN" sz="2400" dirty="0">
                <a:latin typeface="+mn-ea"/>
              </a:rPr>
              <a:t>3M </a:t>
            </a:r>
            <a:r>
              <a:rPr lang="en-US" altLang="zh-CN" sz="2400" dirty="0" err="1">
                <a:latin typeface="+mn-ea"/>
              </a:rPr>
              <a:t>Emphaze</a:t>
            </a:r>
            <a:r>
              <a:rPr lang="en-US" altLang="zh-CN" sz="2400" dirty="0">
                <a:latin typeface="+mn-ea"/>
              </a:rPr>
              <a:t> AEX </a:t>
            </a:r>
            <a:r>
              <a:rPr lang="zh-CN" altLang="zh-CN" sz="2400" dirty="0">
                <a:latin typeface="+mn-ea"/>
              </a:rPr>
              <a:t>混合净化器，结合</a:t>
            </a:r>
            <a:r>
              <a:rPr lang="en-US" altLang="zh-CN" sz="2400" dirty="0">
                <a:latin typeface="+mn-ea"/>
              </a:rPr>
              <a:t>AEX</a:t>
            </a:r>
            <a:r>
              <a:rPr lang="zh-CN" altLang="zh-CN" sz="2400" dirty="0">
                <a:latin typeface="+mn-ea"/>
              </a:rPr>
              <a:t>功能，</a:t>
            </a:r>
            <a:r>
              <a:rPr lang="en-US" altLang="zh-CN" sz="2400" b="1" dirty="0">
                <a:solidFill>
                  <a:srgbClr val="00FFCC"/>
                </a:solidFill>
                <a:latin typeface="+mn-ea"/>
              </a:rPr>
              <a:t>HCP</a:t>
            </a:r>
            <a:r>
              <a:rPr lang="zh-CN" altLang="zh-CN" sz="2400" b="1" dirty="0">
                <a:solidFill>
                  <a:srgbClr val="00FFCC"/>
                </a:solidFill>
                <a:latin typeface="+mn-ea"/>
              </a:rPr>
              <a:t>去除率</a:t>
            </a:r>
            <a:r>
              <a:rPr lang="zh-CN" altLang="zh-CN" sz="2400" dirty="0">
                <a:latin typeface="+mn-ea"/>
              </a:rPr>
              <a:t>约</a:t>
            </a:r>
            <a:r>
              <a:rPr lang="en-US" altLang="zh-CN" sz="2400" b="1" dirty="0">
                <a:solidFill>
                  <a:srgbClr val="00FFCC"/>
                </a:solidFill>
                <a:latin typeface="+mn-ea"/>
              </a:rPr>
              <a:t>31%</a:t>
            </a:r>
            <a:r>
              <a:rPr lang="zh-CN" altLang="zh-CN" sz="2400" dirty="0">
                <a:latin typeface="+mn-ea"/>
              </a:rPr>
              <a:t>，</a:t>
            </a:r>
            <a:r>
              <a:rPr lang="en-US" altLang="zh-CN" sz="2400" dirty="0">
                <a:latin typeface="+mn-ea"/>
              </a:rPr>
              <a:t>DNA LRV &gt; 4</a:t>
            </a:r>
            <a:r>
              <a:rPr lang="zh-CN" altLang="zh-CN" sz="2400" dirty="0"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8153209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EA09-5381-2ADF-BBB2-824741F2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HCP</a:t>
            </a:r>
            <a:r>
              <a:rPr lang="zh-CN" altLang="en-US" dirty="0"/>
              <a:t>去除策略：</a:t>
            </a:r>
            <a:r>
              <a:rPr lang="en-US" altLang="zh-CN" dirty="0" err="1"/>
              <a:t>ProteinA</a:t>
            </a:r>
            <a:r>
              <a:rPr lang="zh-CN" altLang="en-US" dirty="0"/>
              <a:t>层析过程</a:t>
            </a: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678AF0BA-577E-54B4-132D-59477E0E1C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014" t="30980" r="1251" b="3137"/>
          <a:stretch/>
        </p:blipFill>
        <p:spPr>
          <a:xfrm>
            <a:off x="6615953" y="2277034"/>
            <a:ext cx="5576048" cy="45182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D043DFB-8C78-69CD-F722-DF6DE4C7B5AA}"/>
              </a:ext>
            </a:extLst>
          </p:cNvPr>
          <p:cNvSpPr txBox="1"/>
          <p:nvPr/>
        </p:nvSpPr>
        <p:spPr>
          <a:xfrm>
            <a:off x="201707" y="2277034"/>
            <a:ext cx="6185646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效果：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单步通常可去除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</a:t>
            </a:r>
            <a:r>
              <a:rPr lang="en-US" altLang="zh-CN" sz="2400" kern="0" dirty="0">
                <a:solidFill>
                  <a:srgbClr val="00FFCC"/>
                </a:solidFill>
                <a:effectLst/>
                <a:latin typeface="+mn-ea"/>
                <a:cs typeface="宋体" panose="02010600030101010101" pitchFamily="2" charset="-122"/>
              </a:rPr>
              <a:t>&gt;90%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的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（</a:t>
            </a:r>
            <a:r>
              <a:rPr lang="en-US" altLang="zh-CN" sz="2400" kern="0" dirty="0">
                <a:solidFill>
                  <a:srgbClr val="00FFCC"/>
                </a:solidFill>
                <a:effectLst/>
                <a:latin typeface="+mn-ea"/>
                <a:cs typeface="宋体" panose="02010600030101010101" pitchFamily="2" charset="-122"/>
              </a:rPr>
              <a:t>LRV 2.5-4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残留机制：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主要是与</a:t>
            </a:r>
            <a:r>
              <a:rPr lang="en-US" altLang="zh-CN" sz="2400" kern="0" dirty="0" err="1">
                <a:effectLst/>
                <a:latin typeface="+mn-ea"/>
                <a:cs typeface="宋体" panose="02010600030101010101" pitchFamily="2" charset="-122"/>
              </a:rPr>
              <a:t>mAb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的特异性结合或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“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搭便车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”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现象（如通过染色质调节）。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残留水平：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洗脱液中典型残留为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</a:t>
            </a:r>
            <a:r>
              <a:rPr lang="en-US" altLang="zh-CN" sz="2400" kern="0" dirty="0">
                <a:solidFill>
                  <a:srgbClr val="00FFCC"/>
                </a:solidFill>
                <a:effectLst/>
                <a:latin typeface="+mn-ea"/>
                <a:cs typeface="宋体" panose="02010600030101010101" pitchFamily="2" charset="-122"/>
              </a:rPr>
              <a:t>2,000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至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&gt;</a:t>
            </a:r>
            <a:r>
              <a:rPr lang="en-US" altLang="zh-CN" sz="2400" kern="0" dirty="0">
                <a:solidFill>
                  <a:srgbClr val="00FFCC"/>
                </a:solidFill>
                <a:effectLst/>
                <a:latin typeface="+mn-ea"/>
                <a:cs typeface="宋体" panose="02010600030101010101" pitchFamily="2" charset="-122"/>
              </a:rPr>
              <a:t>10,000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ppm</a:t>
            </a: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26510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EA09-5381-2ADF-BBB2-824741F2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Protein A </a:t>
            </a:r>
            <a:r>
              <a:rPr lang="zh-CN" altLang="en-US" dirty="0"/>
              <a:t>过程淋洗策略详述（淋洗剂）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BD73549-6D5B-4DFA-3434-1BCB9464F2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821" t="23504"/>
          <a:stretch/>
        </p:blipFill>
        <p:spPr>
          <a:xfrm>
            <a:off x="6631806" y="2021303"/>
            <a:ext cx="4886424" cy="465381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CAB7F63-D2B2-C56E-11A4-641DB30F872B}"/>
              </a:ext>
            </a:extLst>
          </p:cNvPr>
          <p:cNvSpPr txBox="1"/>
          <p:nvPr/>
        </p:nvSpPr>
        <p:spPr>
          <a:xfrm>
            <a:off x="673770" y="2021303"/>
            <a:ext cx="6328611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高盐淋洗：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0.5-2.0 M NaCl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，通过屏蔽静电作用去除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精氨酸（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Arginine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）：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0.1-1 M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，打破非特异性相互作用，效果通常优于高盐。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高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pH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淋洗：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pH &gt; 8.0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，改变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和</a:t>
            </a:r>
            <a:r>
              <a:rPr lang="en-US" altLang="zh-CN" sz="2400" kern="0" dirty="0" err="1">
                <a:effectLst/>
                <a:latin typeface="+mn-ea"/>
                <a:cs typeface="宋体" panose="02010600030101010101" pitchFamily="2" charset="-122"/>
              </a:rPr>
              <a:t>mAb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电荷性质，增强静电排斥。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添加剂：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尿素（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2 M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）、异丙醇（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10%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）、表面活性剂（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1% Triton X-100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dirty="0">
                <a:latin typeface="+mn-ea"/>
              </a:rPr>
              <a:t>辛酸钠淋洗对去除某些特定蛋白酶（如</a:t>
            </a:r>
            <a:r>
              <a:rPr lang="en-US" altLang="zh-CN" sz="2400" dirty="0">
                <a:latin typeface="+mn-ea"/>
              </a:rPr>
              <a:t>Cathepsin D</a:t>
            </a:r>
            <a:r>
              <a:rPr lang="zh-CN" altLang="zh-CN" sz="2400" dirty="0">
                <a:latin typeface="+mn-ea"/>
              </a:rPr>
              <a:t>）非常有效</a:t>
            </a:r>
          </a:p>
        </p:txBody>
      </p:sp>
    </p:spTree>
    <p:extLst>
      <p:ext uri="{BB962C8B-B14F-4D97-AF65-F5344CB8AC3E}">
        <p14:creationId xmlns:p14="http://schemas.microsoft.com/office/powerpoint/2010/main" val="172919864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EA09-5381-2ADF-BBB2-824741F2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淋洗条件数据比较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6C4654F-B613-905E-FCB1-12F2A47A79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00" t="15158" b="31228"/>
          <a:stretch/>
        </p:blipFill>
        <p:spPr>
          <a:xfrm>
            <a:off x="392879" y="1039528"/>
            <a:ext cx="11643360" cy="367685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77E9741-9F37-069C-ED7E-6398516560F2}"/>
              </a:ext>
            </a:extLst>
          </p:cNvPr>
          <p:cNvSpPr txBox="1"/>
          <p:nvPr/>
        </p:nvSpPr>
        <p:spPr>
          <a:xfrm>
            <a:off x="1212783" y="4941309"/>
            <a:ext cx="9606013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精氨酸洗涤：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相比标准洗涤，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去除率可从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2 LRV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提升至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5 LRV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辛酸钠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+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高盐：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对高难度</a:t>
            </a:r>
            <a:r>
              <a:rPr lang="en-US" altLang="zh-CN" sz="2400" kern="0" dirty="0" err="1">
                <a:effectLst/>
                <a:latin typeface="+mn-ea"/>
                <a:cs typeface="宋体" panose="02010600030101010101" pitchFamily="2" charset="-122"/>
              </a:rPr>
              <a:t>mAb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（如</a:t>
            </a:r>
            <a:r>
              <a:rPr lang="en-US" altLang="zh-CN" sz="2400" kern="0" dirty="0" err="1">
                <a:effectLst/>
                <a:latin typeface="+mn-ea"/>
                <a:cs typeface="宋体" panose="02010600030101010101" pitchFamily="2" charset="-122"/>
              </a:rPr>
              <a:t>bsAb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C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），洗脱液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可从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&gt;8000 ppm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降至约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4000 ppm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NaCl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浓度：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250 mM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通常已足够实现大部分去除潜力，进一步增加浓度效果有限。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4858807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EA09-5381-2ADF-BBB2-824741F2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病毒灭活进一步处理：中和诱导沉淀策略</a:t>
            </a: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5A06EB6F-57C1-EA5B-709C-CD316E1BA1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829" t="24164"/>
          <a:stretch/>
        </p:blipFill>
        <p:spPr>
          <a:xfrm>
            <a:off x="5823283" y="1657149"/>
            <a:ext cx="6482615" cy="520085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5D6C4F5-16AA-610B-A37B-5A7F6AD56265}"/>
              </a:ext>
            </a:extLst>
          </p:cNvPr>
          <p:cNvSpPr txBox="1"/>
          <p:nvPr/>
        </p:nvSpPr>
        <p:spPr>
          <a:xfrm>
            <a:off x="802106" y="2145105"/>
            <a:ext cx="5293894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    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中和诱导沉淀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</a:t>
            </a:r>
          </a:p>
          <a:p>
            <a:pPr marL="342900" lvl="0" indent="-34290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Protein A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洗脱液滴定至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pH 5.0-7.5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，利用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等电点差异引发沉淀。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    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辅助沉淀</a:t>
            </a:r>
            <a:endParaRPr lang="en-US" altLang="zh-CN" sz="2400" b="1" dirty="0"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在中和阶段加入 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1% 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辛酸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，可大幅增加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去除率。</a:t>
            </a: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    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浊度去除：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必须配合物理分离步骤。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9419508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FFCBB-6DCA-6554-61EF-D82FD345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灭活病毒后深层过滤效果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94844009-7A34-5713-6CA5-90A756DBE2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37" t="19911" r="-50237" b="-19911"/>
          <a:stretch/>
        </p:blipFill>
        <p:spPr>
          <a:xfrm>
            <a:off x="6124876" y="807258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752CAF1-CAE6-D76E-322D-9AE1AFF318D7}"/>
              </a:ext>
            </a:extLst>
          </p:cNvPr>
          <p:cNvSpPr txBox="1"/>
          <p:nvPr/>
        </p:nvSpPr>
        <p:spPr>
          <a:xfrm>
            <a:off x="392879" y="1490652"/>
            <a:ext cx="6193856" cy="4339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常用品牌：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Millipore A1HC / X0HC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或含活性炭的 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CR40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zh-CN" altLang="en-US" sz="2400" b="1" kern="0" dirty="0">
                <a:effectLst/>
                <a:latin typeface="+mn-ea"/>
                <a:cs typeface="宋体" panose="02010600030101010101" pitchFamily="2" charset="-122"/>
              </a:rPr>
              <a:t>性能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数据：</a:t>
            </a:r>
            <a:endParaRPr lang="en-US" altLang="zh-CN" sz="2400" b="1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CR40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在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150 L/m²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载量下，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突破仍低于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10%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，而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X0HC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在相同载量下突破可达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75%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en-US" sz="2400" b="1" kern="0" dirty="0">
                <a:effectLst/>
                <a:latin typeface="+mn-ea"/>
                <a:cs typeface="宋体" panose="02010600030101010101" pitchFamily="2" charset="-122"/>
              </a:rPr>
              <a:t>核心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优势：</a:t>
            </a:r>
            <a:endParaRPr lang="en-US" altLang="zh-CN" sz="2400" b="1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CR40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能吸附低分子量（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&lt;75 </a:t>
            </a:r>
            <a:r>
              <a:rPr lang="en-US" altLang="zh-CN" sz="2400" kern="0" dirty="0" err="1">
                <a:effectLst/>
                <a:latin typeface="+mn-ea"/>
                <a:cs typeface="宋体" panose="02010600030101010101" pitchFamily="2" charset="-122"/>
              </a:rPr>
              <a:t>kDa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，利用活性炭巨大的比表面积提高载量。</a:t>
            </a:r>
            <a:endParaRPr lang="zh-CN" altLang="en-US" sz="2400" dirty="0">
              <a:latin typeface="+mn-e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47196C8-DA7F-687C-1380-A9F81B67D825}"/>
              </a:ext>
            </a:extLst>
          </p:cNvPr>
          <p:cNvGrpSpPr/>
          <p:nvPr/>
        </p:nvGrpSpPr>
        <p:grpSpPr>
          <a:xfrm>
            <a:off x="160994" y="1655545"/>
            <a:ext cx="137389" cy="2919664"/>
            <a:chOff x="160994" y="1655545"/>
            <a:chExt cx="137389" cy="2919664"/>
          </a:xfrm>
        </p:grpSpPr>
        <p:sp>
          <p:nvSpPr>
            <p:cNvPr id="5" name="流程图: 接点 4">
              <a:extLst>
                <a:ext uri="{FF2B5EF4-FFF2-40B4-BE49-F238E27FC236}">
                  <a16:creationId xmlns:a16="http://schemas.microsoft.com/office/drawing/2014/main" id="{EA4ADB92-CD8E-8A3F-7291-16195410AE32}"/>
                </a:ext>
              </a:extLst>
            </p:cNvPr>
            <p:cNvSpPr/>
            <p:nvPr/>
          </p:nvSpPr>
          <p:spPr>
            <a:xfrm>
              <a:off x="163629" y="1655545"/>
              <a:ext cx="134754" cy="134754"/>
            </a:xfrm>
            <a:prstGeom prst="flowChartConnector">
              <a:avLst/>
            </a:prstGeom>
            <a:solidFill>
              <a:srgbClr val="0070C0"/>
            </a:solidFill>
            <a:ln w="12700" cap="flat">
              <a:solidFill>
                <a:srgbClr val="6DA1E9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Verdana" panose="020B0604030504040204"/>
              </a:endParaRPr>
            </a:p>
          </p:txBody>
        </p:sp>
        <p:sp>
          <p:nvSpPr>
            <p:cNvPr id="6" name="流程图: 接点 5">
              <a:extLst>
                <a:ext uri="{FF2B5EF4-FFF2-40B4-BE49-F238E27FC236}">
                  <a16:creationId xmlns:a16="http://schemas.microsoft.com/office/drawing/2014/main" id="{A3263B25-6E04-94A7-B2C3-9F63251EE582}"/>
                </a:ext>
              </a:extLst>
            </p:cNvPr>
            <p:cNvSpPr/>
            <p:nvPr/>
          </p:nvSpPr>
          <p:spPr>
            <a:xfrm>
              <a:off x="160994" y="4440455"/>
              <a:ext cx="134754" cy="134754"/>
            </a:xfrm>
            <a:prstGeom prst="flowChartConnector">
              <a:avLst/>
            </a:prstGeom>
            <a:solidFill>
              <a:srgbClr val="0070C0"/>
            </a:solidFill>
            <a:ln w="12700" cap="flat">
              <a:solidFill>
                <a:srgbClr val="6DA1E9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Verdana" panose="020B0604030504040204"/>
              </a:endParaRPr>
            </a:p>
          </p:txBody>
        </p:sp>
        <p:sp>
          <p:nvSpPr>
            <p:cNvPr id="7" name="流程图: 接点 6">
              <a:extLst>
                <a:ext uri="{FF2B5EF4-FFF2-40B4-BE49-F238E27FC236}">
                  <a16:creationId xmlns:a16="http://schemas.microsoft.com/office/drawing/2014/main" id="{4428A75C-357B-E8D4-1F13-61309CB975C7}"/>
                </a:ext>
              </a:extLst>
            </p:cNvPr>
            <p:cNvSpPr/>
            <p:nvPr/>
          </p:nvSpPr>
          <p:spPr>
            <a:xfrm>
              <a:off x="163629" y="3048000"/>
              <a:ext cx="134754" cy="134754"/>
            </a:xfrm>
            <a:prstGeom prst="flowChartConnector">
              <a:avLst/>
            </a:prstGeom>
            <a:solidFill>
              <a:srgbClr val="0070C0"/>
            </a:solidFill>
            <a:ln w="12700" cap="flat">
              <a:solidFill>
                <a:srgbClr val="6DA1E9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Verdana" panose="020B0604030504040204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225397EB-B6AE-3FD7-E7E3-B5C9A177BB03}"/>
                </a:ext>
              </a:extLst>
            </p:cNvPr>
            <p:cNvCxnSpPr>
              <a:stCxn id="5" idx="4"/>
              <a:endCxn id="6" idx="0"/>
            </p:cNvCxnSpPr>
            <p:nvPr/>
          </p:nvCxnSpPr>
          <p:spPr>
            <a:xfrm flipH="1">
              <a:off x="228371" y="1790299"/>
              <a:ext cx="2635" cy="265015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377648800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B927B-DAF5-6AC8-7A92-8819E27E2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灭活后辛酸沉淀与</a:t>
            </a:r>
            <a:r>
              <a:rPr lang="en-US" altLang="zh-CN" dirty="0"/>
              <a:t>PEG</a:t>
            </a:r>
            <a:r>
              <a:rPr lang="zh-CN" altLang="en-US" dirty="0"/>
              <a:t>沉淀比较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0E0E1F2-5E06-F750-C224-7E858A2E52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974" t="19082"/>
          <a:stretch/>
        </p:blipFill>
        <p:spPr>
          <a:xfrm>
            <a:off x="6015789" y="1139624"/>
            <a:ext cx="6012581" cy="526020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50230D8-9850-9419-6DDE-14FC5D7F4E26}"/>
              </a:ext>
            </a:extLst>
          </p:cNvPr>
          <p:cNvSpPr txBox="1"/>
          <p:nvPr/>
        </p:nvSpPr>
        <p:spPr>
          <a:xfrm>
            <a:off x="700236" y="1876901"/>
            <a:ext cx="5395764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辛酸沉淀（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CA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）：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</a:t>
            </a:r>
          </a:p>
          <a:p>
            <a:pPr marL="342900" lvl="0" indent="-34290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1%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浓度、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pH 5.0-5.4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表现最佳，收率高，杂质去除显著。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PEG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沉淀：</a:t>
            </a:r>
            <a:endParaRPr lang="en-US" altLang="zh-CN" sz="2400" b="1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也能触发沉淀，但往往以牺牲产品收率为代价。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综合去除：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结合多种沉淀剂可达到与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Protein A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相当的去除水平。</a:t>
            </a:r>
            <a:endParaRPr lang="zh-CN" altLang="en-US" sz="2400" dirty="0">
              <a:latin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5649F3D-125F-A2FC-7745-D3E67E682675}"/>
              </a:ext>
            </a:extLst>
          </p:cNvPr>
          <p:cNvGrpSpPr/>
          <p:nvPr/>
        </p:nvGrpSpPr>
        <p:grpSpPr>
          <a:xfrm>
            <a:off x="562847" y="2050181"/>
            <a:ext cx="137389" cy="2919664"/>
            <a:chOff x="160994" y="1655545"/>
            <a:chExt cx="137389" cy="2919664"/>
          </a:xfrm>
        </p:grpSpPr>
        <p:sp>
          <p:nvSpPr>
            <p:cNvPr id="7" name="流程图: 接点 6">
              <a:extLst>
                <a:ext uri="{FF2B5EF4-FFF2-40B4-BE49-F238E27FC236}">
                  <a16:creationId xmlns:a16="http://schemas.microsoft.com/office/drawing/2014/main" id="{61372690-3C09-AE7E-E8A5-25DD8290374B}"/>
                </a:ext>
              </a:extLst>
            </p:cNvPr>
            <p:cNvSpPr/>
            <p:nvPr/>
          </p:nvSpPr>
          <p:spPr>
            <a:xfrm>
              <a:off x="163629" y="1655545"/>
              <a:ext cx="134754" cy="134754"/>
            </a:xfrm>
            <a:prstGeom prst="flowChartConnector">
              <a:avLst/>
            </a:prstGeom>
            <a:solidFill>
              <a:srgbClr val="0070C0"/>
            </a:solidFill>
            <a:ln w="12700" cap="flat">
              <a:solidFill>
                <a:srgbClr val="6DA1E9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Verdana" panose="020B0604030504040204"/>
              </a:endParaRPr>
            </a:p>
          </p:txBody>
        </p:sp>
        <p:sp>
          <p:nvSpPr>
            <p:cNvPr id="8" name="流程图: 接点 7">
              <a:extLst>
                <a:ext uri="{FF2B5EF4-FFF2-40B4-BE49-F238E27FC236}">
                  <a16:creationId xmlns:a16="http://schemas.microsoft.com/office/drawing/2014/main" id="{D3F44153-F6A4-4DCD-81E5-39BB03B04581}"/>
                </a:ext>
              </a:extLst>
            </p:cNvPr>
            <p:cNvSpPr/>
            <p:nvPr/>
          </p:nvSpPr>
          <p:spPr>
            <a:xfrm>
              <a:off x="160994" y="4440455"/>
              <a:ext cx="134754" cy="134754"/>
            </a:xfrm>
            <a:prstGeom prst="flowChartConnector">
              <a:avLst/>
            </a:prstGeom>
            <a:solidFill>
              <a:srgbClr val="0070C0"/>
            </a:solidFill>
            <a:ln w="12700" cap="flat">
              <a:solidFill>
                <a:srgbClr val="6DA1E9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Verdana" panose="020B0604030504040204"/>
              </a:endParaRPr>
            </a:p>
          </p:txBody>
        </p:sp>
        <p:sp>
          <p:nvSpPr>
            <p:cNvPr id="9" name="流程图: 接点 8">
              <a:extLst>
                <a:ext uri="{FF2B5EF4-FFF2-40B4-BE49-F238E27FC236}">
                  <a16:creationId xmlns:a16="http://schemas.microsoft.com/office/drawing/2014/main" id="{4F2BE8DE-538C-427D-F8E0-848454BBA7BC}"/>
                </a:ext>
              </a:extLst>
            </p:cNvPr>
            <p:cNvSpPr/>
            <p:nvPr/>
          </p:nvSpPr>
          <p:spPr>
            <a:xfrm>
              <a:off x="163629" y="3048000"/>
              <a:ext cx="134754" cy="134754"/>
            </a:xfrm>
            <a:prstGeom prst="flowChartConnector">
              <a:avLst/>
            </a:prstGeom>
            <a:solidFill>
              <a:srgbClr val="0070C0"/>
            </a:solidFill>
            <a:ln w="12700" cap="flat">
              <a:solidFill>
                <a:srgbClr val="6DA1E9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Verdana" panose="020B0604030504040204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6234418B-7D89-B93F-0678-764F95FA76FA}"/>
                </a:ext>
              </a:extLst>
            </p:cNvPr>
            <p:cNvCxnSpPr>
              <a:stCxn id="7" idx="4"/>
              <a:endCxn id="8" idx="0"/>
            </p:cNvCxnSpPr>
            <p:nvPr/>
          </p:nvCxnSpPr>
          <p:spPr>
            <a:xfrm flipH="1">
              <a:off x="228371" y="1790299"/>
              <a:ext cx="2635" cy="2650156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277921512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FDEDD-FC23-CD16-9079-D9B7DA214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精纯策略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AEX</a:t>
            </a:r>
            <a:r>
              <a:rPr lang="zh-CN" altLang="en-US" dirty="0"/>
              <a:t>阴离子交换层析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17708AB1-4919-A191-749F-0626C3A7CF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18807"/>
          <a:stretch/>
        </p:blipFill>
        <p:spPr>
          <a:xfrm>
            <a:off x="6096000" y="1097280"/>
            <a:ext cx="6096000" cy="55682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537C910-615D-A63C-B973-D84DD7374282}"/>
              </a:ext>
            </a:extLst>
          </p:cNvPr>
          <p:cNvSpPr txBox="1"/>
          <p:nvPr/>
        </p:nvSpPr>
        <p:spPr>
          <a:xfrm>
            <a:off x="786866" y="1619229"/>
            <a:ext cx="4718785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流动模式（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FT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）：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利用大多数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（</a:t>
            </a:r>
            <a:r>
              <a:rPr lang="en-US" altLang="zh-CN" sz="2400" kern="0" dirty="0" err="1">
                <a:effectLst/>
                <a:latin typeface="+mn-ea"/>
                <a:cs typeface="宋体" panose="02010600030101010101" pitchFamily="2" charset="-122"/>
              </a:rPr>
              <a:t>pI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&lt; 7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）带负电而</a:t>
            </a:r>
            <a:r>
              <a:rPr lang="en-US" altLang="zh-CN" sz="2400" kern="0" dirty="0" err="1">
                <a:effectLst/>
                <a:latin typeface="+mn-ea"/>
                <a:cs typeface="宋体" panose="02010600030101010101" pitchFamily="2" charset="-122"/>
              </a:rPr>
              <a:t>mAb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带正电的差异。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弱结合分配层析（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WP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）：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在特定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pH/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电导率下，杂质结合力强于产品。去除率可达 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4 LRV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，远高于普通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FT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模式的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&lt;1 LRV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数据：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对于某些</a:t>
            </a:r>
            <a:r>
              <a:rPr lang="en-US" altLang="zh-CN" sz="2400" kern="0" dirty="0" err="1">
                <a:effectLst/>
                <a:latin typeface="+mn-ea"/>
                <a:cs typeface="宋体" panose="02010600030101010101" pitchFamily="2" charset="-122"/>
              </a:rPr>
              <a:t>mAb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，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AEX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可将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从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~100 ppm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降低至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&lt;10 ppm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9682689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1588D-D77F-6626-CA62-FC88A819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精纯策略</a:t>
            </a:r>
            <a:r>
              <a:rPr lang="en-US" altLang="zh-CN" dirty="0"/>
              <a:t>2</a:t>
            </a:r>
            <a:r>
              <a:rPr lang="zh-CN" altLang="en-US" dirty="0"/>
              <a:t>：复合模式填料（</a:t>
            </a:r>
            <a:r>
              <a:rPr lang="en-US" altLang="zh-CN" dirty="0"/>
              <a:t>mixed-mode</a:t>
            </a:r>
            <a:r>
              <a:rPr lang="zh-CN" altLang="en-US" dirty="0"/>
              <a:t>）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17652B76-907D-7936-E4C1-191C91D5BA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t="19649"/>
          <a:stretch/>
        </p:blipFill>
        <p:spPr>
          <a:xfrm>
            <a:off x="6096000" y="1347536"/>
            <a:ext cx="6096000" cy="55104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23259B1-9E58-F534-04C2-74B9EDEDB3B6}"/>
              </a:ext>
            </a:extLst>
          </p:cNvPr>
          <p:cNvSpPr txBox="1"/>
          <p:nvPr/>
        </p:nvSpPr>
        <p:spPr>
          <a:xfrm>
            <a:off x="960120" y="1562863"/>
            <a:ext cx="4959417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填料：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如 </a:t>
            </a:r>
            <a:r>
              <a:rPr lang="en-US" altLang="zh-CN" sz="2400" b="1" kern="0" dirty="0" err="1">
                <a:effectLst/>
                <a:latin typeface="+mn-ea"/>
                <a:cs typeface="宋体" panose="02010600030101010101" pitchFamily="2" charset="-122"/>
              </a:rPr>
              <a:t>Capto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 adhere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（结合疏水和离子作用）。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优势：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处理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Protein A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无法去除的高难度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（如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Cathepsin Z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数据：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配合辛酸预处理，可将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从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&gt;300,000 ppm 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最终降至 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15 ppm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羟基磷灰石（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CHT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）：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有效去除聚集体和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，去除率可达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2 LRV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5725109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B94CA-0D8B-5B9B-5B60-D0BE5342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精纯策略</a:t>
            </a:r>
            <a:r>
              <a:rPr lang="en-US" altLang="zh-CN" dirty="0"/>
              <a:t>3</a:t>
            </a:r>
            <a:r>
              <a:rPr lang="zh-CN" altLang="en-US" dirty="0"/>
              <a:t>：高性能超滤</a:t>
            </a:r>
            <a:r>
              <a:rPr lang="en-US" altLang="zh-CN" dirty="0"/>
              <a:t>HPTFF</a:t>
            </a:r>
            <a:r>
              <a:rPr lang="zh-CN" altLang="en-US" dirty="0"/>
              <a:t>与新手段展望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9ADD97E6-1776-71F9-58D4-D276C047B2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446" t="18947" r="2343" b="4113"/>
          <a:stretch/>
        </p:blipFill>
        <p:spPr>
          <a:xfrm>
            <a:off x="6516302" y="1299410"/>
            <a:ext cx="5390149" cy="527649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018DA8-D676-E94B-D7A3-76BB3EB4C3CD}"/>
              </a:ext>
            </a:extLst>
          </p:cNvPr>
          <p:cNvSpPr txBox="1"/>
          <p:nvPr/>
        </p:nvSpPr>
        <p:spPr>
          <a:xfrm>
            <a:off x="719489" y="1621932"/>
            <a:ext cx="5565807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HPTFF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利用带电膜，</a:t>
            </a:r>
            <a:r>
              <a:rPr lang="en-US" altLang="zh-CN" sz="2400" kern="0" dirty="0" err="1">
                <a:effectLst/>
                <a:latin typeface="+mn-ea"/>
                <a:cs typeface="宋体" panose="02010600030101010101" pitchFamily="2" charset="-122"/>
              </a:rPr>
              <a:t>mAb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收率高，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可降低 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10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倍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至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 &lt;10 ppm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HPCMP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（逆流膜净化）：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真正的连续工艺，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去除率可达 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100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倍（</a:t>
            </a:r>
            <a:r>
              <a:rPr lang="en-US" altLang="zh-CN" sz="2400" b="1" kern="0" dirty="0">
                <a:effectLst/>
                <a:latin typeface="+mn-ea"/>
                <a:cs typeface="宋体" panose="02010600030101010101" pitchFamily="2" charset="-122"/>
              </a:rPr>
              <a:t>2-log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）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，与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Protein A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相当。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活性炭膜：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作为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Protein A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的替代或补充。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551162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C5BAB1-FDF9-8EBB-61B9-F93EED9F2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</a:t>
            </a:r>
            <a:r>
              <a:rPr lang="en-US" altLang="zh-CN" dirty="0"/>
              <a:t>HCP</a:t>
            </a:r>
            <a:r>
              <a:rPr lang="zh-CN" altLang="en-US" dirty="0"/>
              <a:t>去除步骤性能对比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EC02ECE-C725-A539-400C-0FB36A055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682169"/>
              </p:ext>
            </p:extLst>
          </p:nvPr>
        </p:nvGraphicFramePr>
        <p:xfrm>
          <a:off x="317633" y="1414915"/>
          <a:ext cx="11579190" cy="383085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315838">
                  <a:extLst>
                    <a:ext uri="{9D8B030D-6E8A-4147-A177-3AD203B41FA5}">
                      <a16:colId xmlns:a16="http://schemas.microsoft.com/office/drawing/2014/main" val="2741120660"/>
                    </a:ext>
                  </a:extLst>
                </a:gridCol>
                <a:gridCol w="2315838">
                  <a:extLst>
                    <a:ext uri="{9D8B030D-6E8A-4147-A177-3AD203B41FA5}">
                      <a16:colId xmlns:a16="http://schemas.microsoft.com/office/drawing/2014/main" val="2811498780"/>
                    </a:ext>
                  </a:extLst>
                </a:gridCol>
                <a:gridCol w="2315838">
                  <a:extLst>
                    <a:ext uri="{9D8B030D-6E8A-4147-A177-3AD203B41FA5}">
                      <a16:colId xmlns:a16="http://schemas.microsoft.com/office/drawing/2014/main" val="1375903619"/>
                    </a:ext>
                  </a:extLst>
                </a:gridCol>
                <a:gridCol w="2315838">
                  <a:extLst>
                    <a:ext uri="{9D8B030D-6E8A-4147-A177-3AD203B41FA5}">
                      <a16:colId xmlns:a16="http://schemas.microsoft.com/office/drawing/2014/main" val="2124775062"/>
                    </a:ext>
                  </a:extLst>
                </a:gridCol>
                <a:gridCol w="2315838">
                  <a:extLst>
                    <a:ext uri="{9D8B030D-6E8A-4147-A177-3AD203B41FA5}">
                      <a16:colId xmlns:a16="http://schemas.microsoft.com/office/drawing/2014/main" val="1628950949"/>
                    </a:ext>
                  </a:extLst>
                </a:gridCol>
              </a:tblGrid>
              <a:tr h="610559"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技术类型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  <a:latin typeface="+mn-ea"/>
                          <a:ea typeface="+mn-ea"/>
                        </a:rPr>
                        <a:t>HCP </a:t>
                      </a:r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去除率 </a:t>
                      </a:r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>
                          <a:effectLst/>
                          <a:latin typeface="+mn-ea"/>
                          <a:ea typeface="+mn-ea"/>
                        </a:rPr>
                        <a:t>LRV)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  <a:latin typeface="+mn-ea"/>
                          <a:ea typeface="+mn-ea"/>
                        </a:rPr>
                        <a:t>mAb </a:t>
                      </a:r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收率 </a:t>
                      </a:r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主要优势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主要劣势</a:t>
                      </a: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1928455820"/>
                  </a:ext>
                </a:extLst>
              </a:tr>
              <a:tr h="80507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  <a:latin typeface="+mn-ea"/>
                          <a:ea typeface="+mn-ea"/>
                        </a:rPr>
                        <a:t>Protein A </a:t>
                      </a:r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亲和层析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2.5 - 4.0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&gt;95%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极高特异性，工业金标准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填料昂贵、存在“搭便车”效应</a:t>
                      </a:r>
                    </a:p>
                  </a:txBody>
                  <a:tcPr marL="0" marR="0" marT="12700" marB="12700" anchor="ctr"/>
                </a:tc>
                <a:extLst>
                  <a:ext uri="{0D108BD9-81ED-4DB2-BD59-A6C34878D82A}">
                    <a16:rowId xmlns:a16="http://schemas.microsoft.com/office/drawing/2014/main" val="158515772"/>
                  </a:ext>
                </a:extLst>
              </a:tr>
              <a:tr h="80507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  <a:latin typeface="+mn-ea"/>
                          <a:ea typeface="+mn-ea"/>
                        </a:rPr>
                        <a:t>AEX (</a:t>
                      </a:r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阴离子交换</a:t>
                      </a:r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高达 </a:t>
                      </a:r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4.0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&gt;90%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精纯效果极佳，去除强酸性蛋白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工艺窗口（</a:t>
                      </a:r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pH/</a:t>
                      </a:r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电导率）较窄</a:t>
                      </a:r>
                    </a:p>
                  </a:txBody>
                  <a:tcPr marL="0" marR="0" marT="12700" marB="12700" anchor="ctr"/>
                </a:tc>
                <a:extLst>
                  <a:ext uri="{0D108BD9-81ED-4DB2-BD59-A6C34878D82A}">
                    <a16:rowId xmlns:a16="http://schemas.microsoft.com/office/drawing/2014/main" val="4140191273"/>
                  </a:ext>
                </a:extLst>
              </a:tr>
              <a:tr h="805074"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辛酸沉淀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1.0 - 2.0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95%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成本极低，可处理高浓度料液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需精确调节 </a:t>
                      </a:r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pH</a:t>
                      </a:r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，批次间稳定性挑战</a:t>
                      </a:r>
                    </a:p>
                  </a:txBody>
                  <a:tcPr marL="0" marR="0" marT="12700" marB="12700" anchor="ctr"/>
                </a:tc>
                <a:extLst>
                  <a:ext uri="{0D108BD9-81ED-4DB2-BD59-A6C34878D82A}">
                    <a16:rowId xmlns:a16="http://schemas.microsoft.com/office/drawing/2014/main" val="545760478"/>
                  </a:ext>
                </a:extLst>
              </a:tr>
              <a:tr h="80507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HPCMP (</a:t>
                      </a:r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高性能膜过滤</a:t>
                      </a:r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800">
                          <a:effectLst/>
                          <a:latin typeface="+mn-ea"/>
                          <a:ea typeface="+mn-ea"/>
                        </a:rPr>
                        <a:t>&gt;87%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>
                          <a:effectLst/>
                          <a:latin typeface="+mn-ea"/>
                          <a:ea typeface="+mn-ea"/>
                        </a:rPr>
                        <a:t>连续运行、能耗低、占地小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需严格防止膜污染（</a:t>
                      </a:r>
                      <a:r>
                        <a:rPr lang="en-US" sz="1800" dirty="0">
                          <a:effectLst/>
                          <a:latin typeface="+mn-ea"/>
                          <a:ea typeface="+mn-ea"/>
                        </a:rPr>
                        <a:t>Fouling）</a:t>
                      </a:r>
                    </a:p>
                  </a:txBody>
                  <a:tcPr marL="0" marR="0" marT="12700" marB="12700" anchor="ctr"/>
                </a:tc>
                <a:extLst>
                  <a:ext uri="{0D108BD9-81ED-4DB2-BD59-A6C34878D82A}">
                    <a16:rowId xmlns:a16="http://schemas.microsoft.com/office/drawing/2014/main" val="94626678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89B5F82-6033-AE70-FAF3-4C31E0D9118E}"/>
              </a:ext>
            </a:extLst>
          </p:cNvPr>
          <p:cNvSpPr txBox="1"/>
          <p:nvPr/>
        </p:nvSpPr>
        <p:spPr>
          <a:xfrm>
            <a:off x="943276" y="5438274"/>
            <a:ext cx="8239225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l"/>
            <a:r>
              <a:rPr lang="zh-CN" altLang="en-US" sz="2400" dirty="0">
                <a:solidFill>
                  <a:srgbClr val="A7A7A7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多步组合更容易达到符合要求的</a:t>
            </a:r>
            <a:r>
              <a:rPr lang="en-US" altLang="zh-CN" sz="2400" dirty="0">
                <a:solidFill>
                  <a:srgbClr val="A7A7A7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HCP</a:t>
            </a:r>
            <a:endParaRPr lang="zh-CN" altLang="en-US" sz="2400" dirty="0">
              <a:solidFill>
                <a:srgbClr val="A7A7A7"/>
              </a:solidFill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407780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49523-AD9E-8711-5201-5DC9BF03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总结：文件下游</a:t>
            </a:r>
            <a:r>
              <a:rPr lang="en-US" altLang="zh-CN" dirty="0"/>
              <a:t>HCP</a:t>
            </a:r>
            <a:r>
              <a:rPr lang="zh-CN" altLang="en-US" dirty="0"/>
              <a:t>控制推荐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E3AC519-53D0-9D59-3185-E013D51AFF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68" t="24982" r="3053" b="20280"/>
          <a:stretch/>
        </p:blipFill>
        <p:spPr>
          <a:xfrm>
            <a:off x="330467" y="1552073"/>
            <a:ext cx="11531065" cy="375385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4C5DE41-951F-5828-D564-FAAD71D0CA4C}"/>
              </a:ext>
            </a:extLst>
          </p:cNvPr>
          <p:cNvSpPr txBox="1"/>
          <p:nvPr/>
        </p:nvSpPr>
        <p:spPr>
          <a:xfrm>
            <a:off x="1543250" y="5688531"/>
            <a:ext cx="9105499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这是一个“工具箱”策略，需根据</a:t>
            </a:r>
            <a:r>
              <a:rPr lang="en-US" altLang="zh-CN" sz="2400" dirty="0" err="1">
                <a:solidFill>
                  <a:schemeClr val="tx1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mAb</a:t>
            </a:r>
            <a:r>
              <a:rPr lang="zh-CN" altLang="en-US" sz="2400" dirty="0">
                <a:solidFill>
                  <a:schemeClr val="tx1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的具体理化性质进行优化</a:t>
            </a:r>
          </a:p>
        </p:txBody>
      </p:sp>
    </p:spTree>
    <p:extLst>
      <p:ext uri="{BB962C8B-B14F-4D97-AF65-F5344CB8AC3E}">
        <p14:creationId xmlns:p14="http://schemas.microsoft.com/office/powerpoint/2010/main" val="133644776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47192-5969-E531-32E2-EA91CF9F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HCP</a:t>
            </a:r>
            <a:r>
              <a:rPr lang="zh-CN" altLang="en-US" dirty="0"/>
              <a:t>去除策略新技术展望：膜、新型配体、基因编辑前沿趋势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3ED025-D972-AA85-91C6-1193B2B0C0FF}"/>
              </a:ext>
            </a:extLst>
          </p:cNvPr>
          <p:cNvSpPr txBox="1"/>
          <p:nvPr/>
        </p:nvSpPr>
        <p:spPr>
          <a:xfrm>
            <a:off x="642487" y="1758819"/>
            <a:ext cx="6097604" cy="4154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合成肽配体（</a:t>
            </a:r>
            <a:r>
              <a:rPr lang="en-US" altLang="zh-CN" sz="2400" b="1" kern="0" dirty="0" err="1">
                <a:effectLst/>
                <a:latin typeface="+mn-ea"/>
                <a:cs typeface="宋体" panose="02010600030101010101" pitchFamily="2" charset="-122"/>
              </a:rPr>
              <a:t>LigaGuard</a:t>
            </a: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）：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针对性捕获高风险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，去除效果优于传统填料。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连续化工艺：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整合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SPTFF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和多柱层析，提高效率且不降低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去除能力。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基因编辑：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上游直接敲除（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Knock-out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）难去除的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HCP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（如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LPL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、</a:t>
            </a:r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Cathepsin D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）。</a:t>
            </a:r>
            <a:endParaRPr lang="en-US" altLang="zh-CN" sz="2400" kern="0" dirty="0">
              <a:effectLst/>
              <a:latin typeface="+mn-ea"/>
              <a:cs typeface="宋体" panose="02010600030101010101" pitchFamily="2" charset="-122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zh-CN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400" b="1" kern="0" dirty="0">
                <a:effectLst/>
                <a:latin typeface="+mn-ea"/>
                <a:cs typeface="宋体" panose="02010600030101010101" pitchFamily="2" charset="-122"/>
              </a:rPr>
              <a:t>新膜材料：</a:t>
            </a:r>
            <a:r>
              <a:rPr lang="zh-CN" altLang="zh-CN" sz="2400" kern="0" dirty="0">
                <a:effectLst/>
                <a:latin typeface="+mn-ea"/>
                <a:cs typeface="宋体" panose="02010600030101010101" pitchFamily="2" charset="-122"/>
              </a:rPr>
              <a:t> 高通量合成深层过滤膜提升工艺一致性。 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CE94AD2-5DD2-D62E-C1B1-81B5B754F0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816" t="19930"/>
          <a:stretch/>
        </p:blipFill>
        <p:spPr>
          <a:xfrm>
            <a:off x="7170820" y="1366786"/>
            <a:ext cx="5021179" cy="549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3668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zh-CN" altLang="en-US" sz="2380" dirty="0">
                <a:solidFill>
                  <a:schemeClr val="accent1"/>
                </a:solidFill>
                <a:sym typeface="+mn-lt"/>
              </a:rPr>
              <a:t>常见</a:t>
            </a:r>
            <a:r>
              <a:rPr lang="en-US" altLang="zh-CN" sz="2380" dirty="0">
                <a:solidFill>
                  <a:schemeClr val="accent1"/>
                </a:solidFill>
                <a:sym typeface="+mn-lt"/>
              </a:rPr>
              <a:t>HCP</a:t>
            </a:r>
            <a:r>
              <a:rPr lang="zh-CN" altLang="en-US" sz="2380" dirty="0">
                <a:solidFill>
                  <a:schemeClr val="accent1"/>
                </a:solidFill>
                <a:sym typeface="+mn-lt"/>
              </a:rPr>
              <a:t>蛋白种类</a:t>
            </a:r>
          </a:p>
        </p:txBody>
      </p:sp>
      <p:graphicFrame>
        <p:nvGraphicFramePr>
          <p:cNvPr id="5" name="图示 4"/>
          <p:cNvGraphicFramePr/>
          <p:nvPr/>
        </p:nvGraphicFramePr>
        <p:xfrm>
          <a:off x="8921138" y="385517"/>
          <a:ext cx="2411729" cy="4346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图示 5"/>
          <p:cNvGraphicFramePr/>
          <p:nvPr/>
        </p:nvGraphicFramePr>
        <p:xfrm>
          <a:off x="432503" y="1147216"/>
          <a:ext cx="8126376" cy="2822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3" name="表格 3"/>
          <p:cNvGraphicFramePr>
            <a:graphicFrameLocks noGrp="1"/>
          </p:cNvGraphicFramePr>
          <p:nvPr/>
        </p:nvGraphicFramePr>
        <p:xfrm>
          <a:off x="394018" y="4111709"/>
          <a:ext cx="11446086" cy="2665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93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54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Wash modifiers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Concentration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HCP-mAb Ddisruption</a:t>
                      </a:r>
                    </a:p>
                  </a:txBody>
                  <a:tcPr marL="8465" marR="8465" marT="846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3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Arginine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0.1-1.0M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Electrostatic and hydrophobic interactions and hydrogen bonding</a:t>
                      </a:r>
                    </a:p>
                  </a:txBody>
                  <a:tcPr marL="8465" marR="8465" marT="846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CHAPs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1%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N/A</a:t>
                      </a:r>
                    </a:p>
                  </a:txBody>
                  <a:tcPr marL="8465" marR="8465" marT="846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Guanidine HCl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1M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N/A</a:t>
                      </a:r>
                    </a:p>
                  </a:txBody>
                  <a:tcPr marL="8465" marR="8465" marT="846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Isopropanol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5-20%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Reduce hydrophobic interactions.Cons oganic solvent</a:t>
                      </a:r>
                    </a:p>
                  </a:txBody>
                  <a:tcPr marL="8465" marR="8465" marT="846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7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Propylene glycol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5-20%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Hydrophilic,stabilise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 proteins by altering solvent environment ;break down non-specific interactions between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mAb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 and HCPs</a:t>
                      </a:r>
                    </a:p>
                  </a:txBody>
                  <a:tcPr marL="8465" marR="8465" marT="846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TMAC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0.5M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N/A</a:t>
                      </a:r>
                    </a:p>
                  </a:txBody>
                  <a:tcPr marL="8465" marR="8465" marT="846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Triton X-100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&lt;1%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Similar to the functions of propylene glycol</a:t>
                      </a:r>
                    </a:p>
                  </a:txBody>
                  <a:tcPr marL="8465" marR="8465" marT="846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Tween-80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1%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N/A</a:t>
                      </a:r>
                    </a:p>
                  </a:txBody>
                  <a:tcPr marL="8465" marR="8465" marT="846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Sodium caprylate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50mM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Compete with HCPs for the binding sites on antibody</a:t>
                      </a:r>
                    </a:p>
                  </a:txBody>
                  <a:tcPr marL="8465" marR="8465" marT="846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1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Sodium chloride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0.1-2M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N/A</a:t>
                      </a:r>
                    </a:p>
                  </a:txBody>
                  <a:tcPr marL="8465" marR="8465" marT="846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3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Urea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0.5-3M</a:t>
                      </a:r>
                    </a:p>
                  </a:txBody>
                  <a:tcPr marL="8465" marR="8465" marT="846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阿里巴巴普惠体 2.0 55 Regular" panose="00020600040101010101" pitchFamily="18" charset="-122"/>
                          <a:ea typeface="阿里巴巴普惠体 2.0 55 Regular" panose="00020600040101010101" pitchFamily="18" charset="-122"/>
                          <a:cs typeface="阿里巴巴普惠体 2.0 55 Regular" panose="00020600040101010101" pitchFamily="18" charset="-122"/>
                        </a:rPr>
                        <a:t>Hydrogen bond breaker, denatures proteins at high concentration of &gt;2M</a:t>
                      </a:r>
                    </a:p>
                  </a:txBody>
                  <a:tcPr marL="8465" marR="8465" marT="846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base">
              <a:lnSpc>
                <a:spcPct val="120000"/>
              </a:lnSpc>
              <a:spcAft>
                <a:spcPct val="0"/>
              </a:spcAft>
              <a:defRPr/>
            </a:pPr>
            <a:r>
              <a:rPr lang="zh-CN" altLang="en-US" dirty="0">
                <a:solidFill>
                  <a:schemeClr val="accent1"/>
                </a:solidFill>
              </a:rPr>
              <a:t>某</a:t>
            </a:r>
            <a:r>
              <a:rPr lang="en-US" altLang="zh-CN" dirty="0">
                <a:solidFill>
                  <a:schemeClr val="accent1"/>
                </a:solidFill>
              </a:rPr>
              <a:t>FC</a:t>
            </a:r>
            <a:r>
              <a:rPr lang="zh-CN" altLang="en-US" dirty="0">
                <a:solidFill>
                  <a:schemeClr val="accent1"/>
                </a:solidFill>
              </a:rPr>
              <a:t>融合蛋白项目</a:t>
            </a:r>
            <a:r>
              <a:rPr lang="en-US" altLang="zh-CN" dirty="0">
                <a:solidFill>
                  <a:schemeClr val="accent1"/>
                </a:solidFill>
              </a:rPr>
              <a:t>HCP</a:t>
            </a:r>
            <a:r>
              <a:rPr lang="zh-CN" altLang="en-US" dirty="0">
                <a:solidFill>
                  <a:schemeClr val="accent1"/>
                </a:solidFill>
              </a:rPr>
              <a:t>去除</a:t>
            </a:r>
            <a:r>
              <a:rPr lang="en-US" altLang="zh-CN" dirty="0">
                <a:solidFill>
                  <a:schemeClr val="accent1"/>
                </a:solidFill>
              </a:rPr>
              <a:t>:case 1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5925857" y="2621616"/>
          <a:ext cx="5017511" cy="3077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1151467" y="2709334"/>
            <a:ext cx="4292600" cy="2989416"/>
            <a:chOff x="1587260" y="8229600"/>
            <a:chExt cx="9109495" cy="4830792"/>
          </a:xfrm>
        </p:grpSpPr>
        <p:sp>
          <p:nvSpPr>
            <p:cNvPr id="8" name="文本框 7"/>
            <p:cNvSpPr txBox="1"/>
            <p:nvPr/>
          </p:nvSpPr>
          <p:spPr>
            <a:xfrm>
              <a:off x="5084647" y="8335237"/>
              <a:ext cx="3639249" cy="840138"/>
            </a:xfrm>
            <a:prstGeom prst="rect">
              <a:avLst/>
            </a:prstGeom>
            <a:noFill/>
          </p:spPr>
          <p:txBody>
            <a:bodyPr wrap="none" rtlCol="0" anchor="t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淋洗方法筛选</a:t>
              </a:r>
            </a:p>
          </p:txBody>
        </p:sp>
        <p:sp>
          <p:nvSpPr>
            <p:cNvPr id="2" name="矩形 1"/>
            <p:cNvSpPr/>
            <p:nvPr/>
          </p:nvSpPr>
          <p:spPr>
            <a:xfrm>
              <a:off x="1587260" y="8229600"/>
              <a:ext cx="9109495" cy="48307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55"/>
            </a:p>
          </p:txBody>
        </p:sp>
        <p:cxnSp>
          <p:nvCxnSpPr>
            <p:cNvPr id="5" name="连接符: 肘形 4"/>
            <p:cNvCxnSpPr/>
            <p:nvPr/>
          </p:nvCxnSpPr>
          <p:spPr>
            <a:xfrm>
              <a:off x="1887297" y="10239636"/>
              <a:ext cx="8509419" cy="2277373"/>
            </a:xfrm>
            <a:prstGeom prst="bentConnector3">
              <a:avLst>
                <a:gd name="adj1" fmla="val 12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连接符: 肘形 10"/>
            <p:cNvCxnSpPr/>
            <p:nvPr/>
          </p:nvCxnSpPr>
          <p:spPr>
            <a:xfrm flipV="1">
              <a:off x="2432649" y="11378322"/>
              <a:ext cx="4364966" cy="284591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连接符: 肘形 11"/>
            <p:cNvCxnSpPr/>
            <p:nvPr/>
          </p:nvCxnSpPr>
          <p:spPr>
            <a:xfrm flipV="1">
              <a:off x="6392172" y="10866678"/>
              <a:ext cx="3105511" cy="511644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任意多边形: 形状 16"/>
            <p:cNvSpPr/>
            <p:nvPr/>
          </p:nvSpPr>
          <p:spPr>
            <a:xfrm>
              <a:off x="2201623" y="9116275"/>
              <a:ext cx="8195093" cy="3082130"/>
            </a:xfrm>
            <a:custGeom>
              <a:avLst/>
              <a:gdLst>
                <a:gd name="connsiteX0" fmla="*/ 0 w 7919049"/>
                <a:gd name="connsiteY0" fmla="*/ 2794968 h 3062470"/>
                <a:gd name="connsiteX1" fmla="*/ 293298 w 7919049"/>
                <a:gd name="connsiteY1" fmla="*/ 2743210 h 3062470"/>
                <a:gd name="connsiteX2" fmla="*/ 534837 w 7919049"/>
                <a:gd name="connsiteY2" fmla="*/ 2001338 h 3062470"/>
                <a:gd name="connsiteX3" fmla="*/ 603849 w 7919049"/>
                <a:gd name="connsiteY3" fmla="*/ 1328478 h 3062470"/>
                <a:gd name="connsiteX4" fmla="*/ 2225615 w 7919049"/>
                <a:gd name="connsiteY4" fmla="*/ 1293972 h 3062470"/>
                <a:gd name="connsiteX5" fmla="*/ 2691441 w 7919049"/>
                <a:gd name="connsiteY5" fmla="*/ 2743210 h 3062470"/>
                <a:gd name="connsiteX6" fmla="*/ 3398807 w 7919049"/>
                <a:gd name="connsiteY6" fmla="*/ 2915738 h 3062470"/>
                <a:gd name="connsiteX7" fmla="*/ 3605841 w 7919049"/>
                <a:gd name="connsiteY7" fmla="*/ 2484418 h 3062470"/>
                <a:gd name="connsiteX8" fmla="*/ 3847381 w 7919049"/>
                <a:gd name="connsiteY8" fmla="*/ 2846727 h 3062470"/>
                <a:gd name="connsiteX9" fmla="*/ 5883215 w 7919049"/>
                <a:gd name="connsiteY9" fmla="*/ 2812221 h 3062470"/>
                <a:gd name="connsiteX10" fmla="*/ 6211019 w 7919049"/>
                <a:gd name="connsiteY10" fmla="*/ 10 h 3062470"/>
                <a:gd name="connsiteX11" fmla="*/ 6866626 w 7919049"/>
                <a:gd name="connsiteY11" fmla="*/ 2777716 h 3062470"/>
                <a:gd name="connsiteX12" fmla="*/ 7919049 w 7919049"/>
                <a:gd name="connsiteY12" fmla="*/ 2829474 h 3062470"/>
                <a:gd name="connsiteX0-1" fmla="*/ 0 w 7919049"/>
                <a:gd name="connsiteY0-2" fmla="*/ 2794968 h 3062470"/>
                <a:gd name="connsiteX1-3" fmla="*/ 293298 w 7919049"/>
                <a:gd name="connsiteY1-4" fmla="*/ 2743210 h 3062470"/>
                <a:gd name="connsiteX2-5" fmla="*/ 534837 w 7919049"/>
                <a:gd name="connsiteY2-6" fmla="*/ 2001338 h 3062470"/>
                <a:gd name="connsiteX3-7" fmla="*/ 776377 w 7919049"/>
                <a:gd name="connsiteY3-8" fmla="*/ 1311225 h 3062470"/>
                <a:gd name="connsiteX4-9" fmla="*/ 2225615 w 7919049"/>
                <a:gd name="connsiteY4-10" fmla="*/ 1293972 h 3062470"/>
                <a:gd name="connsiteX5-11" fmla="*/ 2691441 w 7919049"/>
                <a:gd name="connsiteY5-12" fmla="*/ 2743210 h 3062470"/>
                <a:gd name="connsiteX6-13" fmla="*/ 3398807 w 7919049"/>
                <a:gd name="connsiteY6-14" fmla="*/ 2915738 h 3062470"/>
                <a:gd name="connsiteX7-15" fmla="*/ 3605841 w 7919049"/>
                <a:gd name="connsiteY7-16" fmla="*/ 2484418 h 3062470"/>
                <a:gd name="connsiteX8-17" fmla="*/ 3847381 w 7919049"/>
                <a:gd name="connsiteY8-18" fmla="*/ 2846727 h 3062470"/>
                <a:gd name="connsiteX9-19" fmla="*/ 5883215 w 7919049"/>
                <a:gd name="connsiteY9-20" fmla="*/ 2812221 h 3062470"/>
                <a:gd name="connsiteX10-21" fmla="*/ 6211019 w 7919049"/>
                <a:gd name="connsiteY10-22" fmla="*/ 10 h 3062470"/>
                <a:gd name="connsiteX11-23" fmla="*/ 6866626 w 7919049"/>
                <a:gd name="connsiteY11-24" fmla="*/ 2777716 h 3062470"/>
                <a:gd name="connsiteX12-25" fmla="*/ 7919049 w 7919049"/>
                <a:gd name="connsiteY12-26" fmla="*/ 2829474 h 3062470"/>
                <a:gd name="connsiteX0-27" fmla="*/ 0 w 7919049"/>
                <a:gd name="connsiteY0-28" fmla="*/ 2794968 h 3062470"/>
                <a:gd name="connsiteX1-29" fmla="*/ 293298 w 7919049"/>
                <a:gd name="connsiteY1-30" fmla="*/ 2743210 h 3062470"/>
                <a:gd name="connsiteX2-31" fmla="*/ 534837 w 7919049"/>
                <a:gd name="connsiteY2-32" fmla="*/ 2001338 h 3062470"/>
                <a:gd name="connsiteX3-33" fmla="*/ 776377 w 7919049"/>
                <a:gd name="connsiteY3-34" fmla="*/ 1311225 h 3062470"/>
                <a:gd name="connsiteX4-35" fmla="*/ 2225615 w 7919049"/>
                <a:gd name="connsiteY4-36" fmla="*/ 1293972 h 3062470"/>
                <a:gd name="connsiteX5-37" fmla="*/ 2691441 w 7919049"/>
                <a:gd name="connsiteY5-38" fmla="*/ 2743210 h 3062470"/>
                <a:gd name="connsiteX6-39" fmla="*/ 3398807 w 7919049"/>
                <a:gd name="connsiteY6-40" fmla="*/ 2915738 h 3062470"/>
                <a:gd name="connsiteX7-41" fmla="*/ 3605841 w 7919049"/>
                <a:gd name="connsiteY7-42" fmla="*/ 2484418 h 3062470"/>
                <a:gd name="connsiteX8-43" fmla="*/ 3847381 w 7919049"/>
                <a:gd name="connsiteY8-44" fmla="*/ 2846727 h 3062470"/>
                <a:gd name="connsiteX9-45" fmla="*/ 5883215 w 7919049"/>
                <a:gd name="connsiteY9-46" fmla="*/ 2812221 h 3062470"/>
                <a:gd name="connsiteX10-47" fmla="*/ 6211019 w 7919049"/>
                <a:gd name="connsiteY10-48" fmla="*/ 10 h 3062470"/>
                <a:gd name="connsiteX11-49" fmla="*/ 6866626 w 7919049"/>
                <a:gd name="connsiteY11-50" fmla="*/ 2777716 h 3062470"/>
                <a:gd name="connsiteX12-51" fmla="*/ 7919049 w 7919049"/>
                <a:gd name="connsiteY12-52" fmla="*/ 2829474 h 3062470"/>
                <a:gd name="connsiteX0-53" fmla="*/ 0 w 7919049"/>
                <a:gd name="connsiteY0-54" fmla="*/ 2794968 h 3062470"/>
                <a:gd name="connsiteX1-55" fmla="*/ 293298 w 7919049"/>
                <a:gd name="connsiteY1-56" fmla="*/ 2743210 h 3062470"/>
                <a:gd name="connsiteX2-57" fmla="*/ 534837 w 7919049"/>
                <a:gd name="connsiteY2-58" fmla="*/ 2001338 h 3062470"/>
                <a:gd name="connsiteX3-59" fmla="*/ 776377 w 7919049"/>
                <a:gd name="connsiteY3-60" fmla="*/ 1311225 h 3062470"/>
                <a:gd name="connsiteX4-61" fmla="*/ 2225615 w 7919049"/>
                <a:gd name="connsiteY4-62" fmla="*/ 1293972 h 3062470"/>
                <a:gd name="connsiteX5-63" fmla="*/ 2639683 w 7919049"/>
                <a:gd name="connsiteY5-64" fmla="*/ 2760463 h 3062470"/>
                <a:gd name="connsiteX6-65" fmla="*/ 3398807 w 7919049"/>
                <a:gd name="connsiteY6-66" fmla="*/ 2915738 h 3062470"/>
                <a:gd name="connsiteX7-67" fmla="*/ 3605841 w 7919049"/>
                <a:gd name="connsiteY7-68" fmla="*/ 2484418 h 3062470"/>
                <a:gd name="connsiteX8-69" fmla="*/ 3847381 w 7919049"/>
                <a:gd name="connsiteY8-70" fmla="*/ 2846727 h 3062470"/>
                <a:gd name="connsiteX9-71" fmla="*/ 5883215 w 7919049"/>
                <a:gd name="connsiteY9-72" fmla="*/ 2812221 h 3062470"/>
                <a:gd name="connsiteX10-73" fmla="*/ 6211019 w 7919049"/>
                <a:gd name="connsiteY10-74" fmla="*/ 10 h 3062470"/>
                <a:gd name="connsiteX11-75" fmla="*/ 6866626 w 7919049"/>
                <a:gd name="connsiteY11-76" fmla="*/ 2777716 h 3062470"/>
                <a:gd name="connsiteX12-77" fmla="*/ 7919049 w 7919049"/>
                <a:gd name="connsiteY12-78" fmla="*/ 2829474 h 3062470"/>
                <a:gd name="connsiteX0-79" fmla="*/ 0 w 7919049"/>
                <a:gd name="connsiteY0-80" fmla="*/ 2794968 h 3062470"/>
                <a:gd name="connsiteX1-81" fmla="*/ 293298 w 7919049"/>
                <a:gd name="connsiteY1-82" fmla="*/ 2743210 h 3062470"/>
                <a:gd name="connsiteX2-83" fmla="*/ 534837 w 7919049"/>
                <a:gd name="connsiteY2-84" fmla="*/ 2001338 h 3062470"/>
                <a:gd name="connsiteX3-85" fmla="*/ 776377 w 7919049"/>
                <a:gd name="connsiteY3-86" fmla="*/ 1311225 h 3062470"/>
                <a:gd name="connsiteX4-87" fmla="*/ 2225615 w 7919049"/>
                <a:gd name="connsiteY4-88" fmla="*/ 1293972 h 3062470"/>
                <a:gd name="connsiteX5-89" fmla="*/ 2639683 w 7919049"/>
                <a:gd name="connsiteY5-90" fmla="*/ 2760463 h 3062470"/>
                <a:gd name="connsiteX6-91" fmla="*/ 3519577 w 7919049"/>
                <a:gd name="connsiteY6-92" fmla="*/ 2984749 h 3062470"/>
                <a:gd name="connsiteX7-93" fmla="*/ 3605841 w 7919049"/>
                <a:gd name="connsiteY7-94" fmla="*/ 2484418 h 3062470"/>
                <a:gd name="connsiteX8-95" fmla="*/ 3847381 w 7919049"/>
                <a:gd name="connsiteY8-96" fmla="*/ 2846727 h 3062470"/>
                <a:gd name="connsiteX9-97" fmla="*/ 5883215 w 7919049"/>
                <a:gd name="connsiteY9-98" fmla="*/ 2812221 h 3062470"/>
                <a:gd name="connsiteX10-99" fmla="*/ 6211019 w 7919049"/>
                <a:gd name="connsiteY10-100" fmla="*/ 10 h 3062470"/>
                <a:gd name="connsiteX11-101" fmla="*/ 6866626 w 7919049"/>
                <a:gd name="connsiteY11-102" fmla="*/ 2777716 h 3062470"/>
                <a:gd name="connsiteX12-103" fmla="*/ 7919049 w 7919049"/>
                <a:gd name="connsiteY12-104" fmla="*/ 2829474 h 3062470"/>
                <a:gd name="connsiteX0-105" fmla="*/ 0 w 7919049"/>
                <a:gd name="connsiteY0-106" fmla="*/ 2794968 h 3098494"/>
                <a:gd name="connsiteX1-107" fmla="*/ 293298 w 7919049"/>
                <a:gd name="connsiteY1-108" fmla="*/ 2743210 h 3098494"/>
                <a:gd name="connsiteX2-109" fmla="*/ 534837 w 7919049"/>
                <a:gd name="connsiteY2-110" fmla="*/ 2001338 h 3098494"/>
                <a:gd name="connsiteX3-111" fmla="*/ 776377 w 7919049"/>
                <a:gd name="connsiteY3-112" fmla="*/ 1311225 h 3098494"/>
                <a:gd name="connsiteX4-113" fmla="*/ 2225615 w 7919049"/>
                <a:gd name="connsiteY4-114" fmla="*/ 1293972 h 3098494"/>
                <a:gd name="connsiteX5-115" fmla="*/ 2639683 w 7919049"/>
                <a:gd name="connsiteY5-116" fmla="*/ 2760463 h 3098494"/>
                <a:gd name="connsiteX6-117" fmla="*/ 3519577 w 7919049"/>
                <a:gd name="connsiteY6-118" fmla="*/ 2984749 h 3098494"/>
                <a:gd name="connsiteX7-119" fmla="*/ 3605841 w 7919049"/>
                <a:gd name="connsiteY7-120" fmla="*/ 2484418 h 3098494"/>
                <a:gd name="connsiteX8-121" fmla="*/ 3847381 w 7919049"/>
                <a:gd name="connsiteY8-122" fmla="*/ 2967497 h 3098494"/>
                <a:gd name="connsiteX9-123" fmla="*/ 5883215 w 7919049"/>
                <a:gd name="connsiteY9-124" fmla="*/ 2812221 h 3098494"/>
                <a:gd name="connsiteX10-125" fmla="*/ 6211019 w 7919049"/>
                <a:gd name="connsiteY10-126" fmla="*/ 10 h 3098494"/>
                <a:gd name="connsiteX11-127" fmla="*/ 6866626 w 7919049"/>
                <a:gd name="connsiteY11-128" fmla="*/ 2777716 h 3098494"/>
                <a:gd name="connsiteX12-129" fmla="*/ 7919049 w 7919049"/>
                <a:gd name="connsiteY12-130" fmla="*/ 2829474 h 3098494"/>
                <a:gd name="connsiteX0-131" fmla="*/ 0 w 7919049"/>
                <a:gd name="connsiteY0-132" fmla="*/ 2795027 h 3062529"/>
                <a:gd name="connsiteX1-133" fmla="*/ 293298 w 7919049"/>
                <a:gd name="connsiteY1-134" fmla="*/ 2743269 h 3062529"/>
                <a:gd name="connsiteX2-135" fmla="*/ 534837 w 7919049"/>
                <a:gd name="connsiteY2-136" fmla="*/ 2001397 h 3062529"/>
                <a:gd name="connsiteX3-137" fmla="*/ 776377 w 7919049"/>
                <a:gd name="connsiteY3-138" fmla="*/ 1311284 h 3062529"/>
                <a:gd name="connsiteX4-139" fmla="*/ 2225615 w 7919049"/>
                <a:gd name="connsiteY4-140" fmla="*/ 1294031 h 3062529"/>
                <a:gd name="connsiteX5-141" fmla="*/ 2639683 w 7919049"/>
                <a:gd name="connsiteY5-142" fmla="*/ 2760522 h 3062529"/>
                <a:gd name="connsiteX6-143" fmla="*/ 3519577 w 7919049"/>
                <a:gd name="connsiteY6-144" fmla="*/ 2984808 h 3062529"/>
                <a:gd name="connsiteX7-145" fmla="*/ 3605841 w 7919049"/>
                <a:gd name="connsiteY7-146" fmla="*/ 2484477 h 3062529"/>
                <a:gd name="connsiteX8-147" fmla="*/ 3847381 w 7919049"/>
                <a:gd name="connsiteY8-148" fmla="*/ 2967556 h 3062529"/>
                <a:gd name="connsiteX9-149" fmla="*/ 5934973 w 7919049"/>
                <a:gd name="connsiteY9-150" fmla="*/ 2691510 h 3062529"/>
                <a:gd name="connsiteX10-151" fmla="*/ 6211019 w 7919049"/>
                <a:gd name="connsiteY10-152" fmla="*/ 69 h 3062529"/>
                <a:gd name="connsiteX11-153" fmla="*/ 6866626 w 7919049"/>
                <a:gd name="connsiteY11-154" fmla="*/ 2777775 h 3062529"/>
                <a:gd name="connsiteX12-155" fmla="*/ 7919049 w 7919049"/>
                <a:gd name="connsiteY12-156" fmla="*/ 2829533 h 3062529"/>
                <a:gd name="connsiteX0-157" fmla="*/ 0 w 7919049"/>
                <a:gd name="connsiteY0-158" fmla="*/ 2798961 h 3066463"/>
                <a:gd name="connsiteX1-159" fmla="*/ 293298 w 7919049"/>
                <a:gd name="connsiteY1-160" fmla="*/ 2747203 h 3066463"/>
                <a:gd name="connsiteX2-161" fmla="*/ 534837 w 7919049"/>
                <a:gd name="connsiteY2-162" fmla="*/ 2005331 h 3066463"/>
                <a:gd name="connsiteX3-163" fmla="*/ 776377 w 7919049"/>
                <a:gd name="connsiteY3-164" fmla="*/ 1315218 h 3066463"/>
                <a:gd name="connsiteX4-165" fmla="*/ 2225615 w 7919049"/>
                <a:gd name="connsiteY4-166" fmla="*/ 1297965 h 3066463"/>
                <a:gd name="connsiteX5-167" fmla="*/ 2639683 w 7919049"/>
                <a:gd name="connsiteY5-168" fmla="*/ 2764456 h 3066463"/>
                <a:gd name="connsiteX6-169" fmla="*/ 3519577 w 7919049"/>
                <a:gd name="connsiteY6-170" fmla="*/ 2988742 h 3066463"/>
                <a:gd name="connsiteX7-171" fmla="*/ 3605841 w 7919049"/>
                <a:gd name="connsiteY7-172" fmla="*/ 2488411 h 3066463"/>
                <a:gd name="connsiteX8-173" fmla="*/ 3847381 w 7919049"/>
                <a:gd name="connsiteY8-174" fmla="*/ 2971490 h 3066463"/>
                <a:gd name="connsiteX9-175" fmla="*/ 5934973 w 7919049"/>
                <a:gd name="connsiteY9-176" fmla="*/ 2695444 h 3066463"/>
                <a:gd name="connsiteX10-177" fmla="*/ 6072996 w 7919049"/>
                <a:gd name="connsiteY10-178" fmla="*/ 2177861 h 3066463"/>
                <a:gd name="connsiteX11-179" fmla="*/ 6211019 w 7919049"/>
                <a:gd name="connsiteY11-180" fmla="*/ 4003 h 3066463"/>
                <a:gd name="connsiteX12-181" fmla="*/ 6866626 w 7919049"/>
                <a:gd name="connsiteY12-182" fmla="*/ 2781709 h 3066463"/>
                <a:gd name="connsiteX13" fmla="*/ 7919049 w 7919049"/>
                <a:gd name="connsiteY13" fmla="*/ 2833467 h 3066463"/>
                <a:gd name="connsiteX0-183" fmla="*/ 0 w 7919049"/>
                <a:gd name="connsiteY0-184" fmla="*/ 2798961 h 3066463"/>
                <a:gd name="connsiteX1-185" fmla="*/ 293298 w 7919049"/>
                <a:gd name="connsiteY1-186" fmla="*/ 2747203 h 3066463"/>
                <a:gd name="connsiteX2-187" fmla="*/ 534837 w 7919049"/>
                <a:gd name="connsiteY2-188" fmla="*/ 2005331 h 3066463"/>
                <a:gd name="connsiteX3-189" fmla="*/ 776377 w 7919049"/>
                <a:gd name="connsiteY3-190" fmla="*/ 1315218 h 3066463"/>
                <a:gd name="connsiteX4-191" fmla="*/ 2225615 w 7919049"/>
                <a:gd name="connsiteY4-192" fmla="*/ 1297965 h 3066463"/>
                <a:gd name="connsiteX5-193" fmla="*/ 2639683 w 7919049"/>
                <a:gd name="connsiteY5-194" fmla="*/ 2764456 h 3066463"/>
                <a:gd name="connsiteX6-195" fmla="*/ 3519577 w 7919049"/>
                <a:gd name="connsiteY6-196" fmla="*/ 2988742 h 3066463"/>
                <a:gd name="connsiteX7-197" fmla="*/ 3605841 w 7919049"/>
                <a:gd name="connsiteY7-198" fmla="*/ 2488411 h 3066463"/>
                <a:gd name="connsiteX8-199" fmla="*/ 3847381 w 7919049"/>
                <a:gd name="connsiteY8-200" fmla="*/ 2971490 h 3066463"/>
                <a:gd name="connsiteX9-201" fmla="*/ 5934973 w 7919049"/>
                <a:gd name="connsiteY9-202" fmla="*/ 2902478 h 3066463"/>
                <a:gd name="connsiteX10-203" fmla="*/ 6072996 w 7919049"/>
                <a:gd name="connsiteY10-204" fmla="*/ 2177861 h 3066463"/>
                <a:gd name="connsiteX11-205" fmla="*/ 6211019 w 7919049"/>
                <a:gd name="connsiteY11-206" fmla="*/ 4003 h 3066463"/>
                <a:gd name="connsiteX12-207" fmla="*/ 6866626 w 7919049"/>
                <a:gd name="connsiteY12-208" fmla="*/ 2781709 h 3066463"/>
                <a:gd name="connsiteX13-209" fmla="*/ 7919049 w 7919049"/>
                <a:gd name="connsiteY13-210" fmla="*/ 2833467 h 3066463"/>
                <a:gd name="connsiteX0-211" fmla="*/ 0 w 7919049"/>
                <a:gd name="connsiteY0-212" fmla="*/ 2798961 h 3066463"/>
                <a:gd name="connsiteX1-213" fmla="*/ 293298 w 7919049"/>
                <a:gd name="connsiteY1-214" fmla="*/ 2747203 h 3066463"/>
                <a:gd name="connsiteX2-215" fmla="*/ 534837 w 7919049"/>
                <a:gd name="connsiteY2-216" fmla="*/ 2005331 h 3066463"/>
                <a:gd name="connsiteX3-217" fmla="*/ 776377 w 7919049"/>
                <a:gd name="connsiteY3-218" fmla="*/ 1315218 h 3066463"/>
                <a:gd name="connsiteX4-219" fmla="*/ 2225615 w 7919049"/>
                <a:gd name="connsiteY4-220" fmla="*/ 1297965 h 3066463"/>
                <a:gd name="connsiteX5-221" fmla="*/ 2639683 w 7919049"/>
                <a:gd name="connsiteY5-222" fmla="*/ 2764456 h 3066463"/>
                <a:gd name="connsiteX6-223" fmla="*/ 3519577 w 7919049"/>
                <a:gd name="connsiteY6-224" fmla="*/ 2988742 h 3066463"/>
                <a:gd name="connsiteX7-225" fmla="*/ 3605841 w 7919049"/>
                <a:gd name="connsiteY7-226" fmla="*/ 2488411 h 3066463"/>
                <a:gd name="connsiteX8-227" fmla="*/ 3847381 w 7919049"/>
                <a:gd name="connsiteY8-228" fmla="*/ 2971490 h 3066463"/>
                <a:gd name="connsiteX9-229" fmla="*/ 5934973 w 7919049"/>
                <a:gd name="connsiteY9-230" fmla="*/ 2902478 h 3066463"/>
                <a:gd name="connsiteX10-231" fmla="*/ 6072996 w 7919049"/>
                <a:gd name="connsiteY10-232" fmla="*/ 2177861 h 3066463"/>
                <a:gd name="connsiteX11-233" fmla="*/ 6211019 w 7919049"/>
                <a:gd name="connsiteY11-234" fmla="*/ 4003 h 3066463"/>
                <a:gd name="connsiteX12-235" fmla="*/ 6866626 w 7919049"/>
                <a:gd name="connsiteY12-236" fmla="*/ 2781709 h 3066463"/>
                <a:gd name="connsiteX13-237" fmla="*/ 7919049 w 7919049"/>
                <a:gd name="connsiteY13-238" fmla="*/ 2833467 h 3066463"/>
                <a:gd name="connsiteX0-239" fmla="*/ 0 w 7919049"/>
                <a:gd name="connsiteY0-240" fmla="*/ 2798961 h 3045423"/>
                <a:gd name="connsiteX1-241" fmla="*/ 293298 w 7919049"/>
                <a:gd name="connsiteY1-242" fmla="*/ 2747203 h 3045423"/>
                <a:gd name="connsiteX2-243" fmla="*/ 534837 w 7919049"/>
                <a:gd name="connsiteY2-244" fmla="*/ 2005331 h 3045423"/>
                <a:gd name="connsiteX3-245" fmla="*/ 776377 w 7919049"/>
                <a:gd name="connsiteY3-246" fmla="*/ 1315218 h 3045423"/>
                <a:gd name="connsiteX4-247" fmla="*/ 2225615 w 7919049"/>
                <a:gd name="connsiteY4-248" fmla="*/ 1297965 h 3045423"/>
                <a:gd name="connsiteX5-249" fmla="*/ 2639683 w 7919049"/>
                <a:gd name="connsiteY5-250" fmla="*/ 2764456 h 3045423"/>
                <a:gd name="connsiteX6-251" fmla="*/ 3519577 w 7919049"/>
                <a:gd name="connsiteY6-252" fmla="*/ 2988742 h 3045423"/>
                <a:gd name="connsiteX7-253" fmla="*/ 3605841 w 7919049"/>
                <a:gd name="connsiteY7-254" fmla="*/ 2488411 h 3045423"/>
                <a:gd name="connsiteX8-255" fmla="*/ 3847381 w 7919049"/>
                <a:gd name="connsiteY8-256" fmla="*/ 2971490 h 3045423"/>
                <a:gd name="connsiteX9-257" fmla="*/ 5934973 w 7919049"/>
                <a:gd name="connsiteY9-258" fmla="*/ 2902478 h 3045423"/>
                <a:gd name="connsiteX10-259" fmla="*/ 6072996 w 7919049"/>
                <a:gd name="connsiteY10-260" fmla="*/ 2177861 h 3045423"/>
                <a:gd name="connsiteX11-261" fmla="*/ 6211019 w 7919049"/>
                <a:gd name="connsiteY11-262" fmla="*/ 4003 h 3045423"/>
                <a:gd name="connsiteX12-263" fmla="*/ 6866626 w 7919049"/>
                <a:gd name="connsiteY12-264" fmla="*/ 2781709 h 3045423"/>
                <a:gd name="connsiteX13-265" fmla="*/ 7004649 w 7919049"/>
                <a:gd name="connsiteY13-266" fmla="*/ 2936985 h 3045423"/>
                <a:gd name="connsiteX14" fmla="*/ 7919049 w 7919049"/>
                <a:gd name="connsiteY14" fmla="*/ 2833467 h 3045423"/>
                <a:gd name="connsiteX0-267" fmla="*/ 0 w 7919049"/>
                <a:gd name="connsiteY0-268" fmla="*/ 2798132 h 3019555"/>
                <a:gd name="connsiteX1-269" fmla="*/ 293298 w 7919049"/>
                <a:gd name="connsiteY1-270" fmla="*/ 2746374 h 3019555"/>
                <a:gd name="connsiteX2-271" fmla="*/ 534837 w 7919049"/>
                <a:gd name="connsiteY2-272" fmla="*/ 2004502 h 3019555"/>
                <a:gd name="connsiteX3-273" fmla="*/ 776377 w 7919049"/>
                <a:gd name="connsiteY3-274" fmla="*/ 1314389 h 3019555"/>
                <a:gd name="connsiteX4-275" fmla="*/ 2225615 w 7919049"/>
                <a:gd name="connsiteY4-276" fmla="*/ 1297136 h 3019555"/>
                <a:gd name="connsiteX5-277" fmla="*/ 2639683 w 7919049"/>
                <a:gd name="connsiteY5-278" fmla="*/ 2763627 h 3019555"/>
                <a:gd name="connsiteX6-279" fmla="*/ 3519577 w 7919049"/>
                <a:gd name="connsiteY6-280" fmla="*/ 2987913 h 3019555"/>
                <a:gd name="connsiteX7-281" fmla="*/ 3605841 w 7919049"/>
                <a:gd name="connsiteY7-282" fmla="*/ 2487582 h 3019555"/>
                <a:gd name="connsiteX8-283" fmla="*/ 3847381 w 7919049"/>
                <a:gd name="connsiteY8-284" fmla="*/ 2970661 h 3019555"/>
                <a:gd name="connsiteX9-285" fmla="*/ 5934973 w 7919049"/>
                <a:gd name="connsiteY9-286" fmla="*/ 2901649 h 3019555"/>
                <a:gd name="connsiteX10-287" fmla="*/ 6072996 w 7919049"/>
                <a:gd name="connsiteY10-288" fmla="*/ 2177032 h 3019555"/>
                <a:gd name="connsiteX11-289" fmla="*/ 6211019 w 7919049"/>
                <a:gd name="connsiteY11-290" fmla="*/ 3174 h 3019555"/>
                <a:gd name="connsiteX12-291" fmla="*/ 6832120 w 7919049"/>
                <a:gd name="connsiteY12-292" fmla="*/ 2711869 h 3019555"/>
                <a:gd name="connsiteX13-293" fmla="*/ 7004649 w 7919049"/>
                <a:gd name="connsiteY13-294" fmla="*/ 2936156 h 3019555"/>
                <a:gd name="connsiteX14-295" fmla="*/ 7919049 w 7919049"/>
                <a:gd name="connsiteY14-296" fmla="*/ 2832638 h 3019555"/>
                <a:gd name="connsiteX0-297" fmla="*/ 0 w 7919049"/>
                <a:gd name="connsiteY0-298" fmla="*/ 2798132 h 3019555"/>
                <a:gd name="connsiteX1-299" fmla="*/ 293298 w 7919049"/>
                <a:gd name="connsiteY1-300" fmla="*/ 2746374 h 3019555"/>
                <a:gd name="connsiteX2-301" fmla="*/ 534837 w 7919049"/>
                <a:gd name="connsiteY2-302" fmla="*/ 2004502 h 3019555"/>
                <a:gd name="connsiteX3-303" fmla="*/ 776377 w 7919049"/>
                <a:gd name="connsiteY3-304" fmla="*/ 1314389 h 3019555"/>
                <a:gd name="connsiteX4-305" fmla="*/ 2225615 w 7919049"/>
                <a:gd name="connsiteY4-306" fmla="*/ 1297136 h 3019555"/>
                <a:gd name="connsiteX5-307" fmla="*/ 2639683 w 7919049"/>
                <a:gd name="connsiteY5-308" fmla="*/ 2763627 h 3019555"/>
                <a:gd name="connsiteX6-309" fmla="*/ 3519577 w 7919049"/>
                <a:gd name="connsiteY6-310" fmla="*/ 2987913 h 3019555"/>
                <a:gd name="connsiteX7-311" fmla="*/ 3605841 w 7919049"/>
                <a:gd name="connsiteY7-312" fmla="*/ 2487582 h 3019555"/>
                <a:gd name="connsiteX8-313" fmla="*/ 3847381 w 7919049"/>
                <a:gd name="connsiteY8-314" fmla="*/ 2970661 h 3019555"/>
                <a:gd name="connsiteX9-315" fmla="*/ 5934973 w 7919049"/>
                <a:gd name="connsiteY9-316" fmla="*/ 2901649 h 3019555"/>
                <a:gd name="connsiteX10-317" fmla="*/ 6072996 w 7919049"/>
                <a:gd name="connsiteY10-318" fmla="*/ 2177032 h 3019555"/>
                <a:gd name="connsiteX11-319" fmla="*/ 6211019 w 7919049"/>
                <a:gd name="connsiteY11-320" fmla="*/ 3174 h 3019555"/>
                <a:gd name="connsiteX12-321" fmla="*/ 6832120 w 7919049"/>
                <a:gd name="connsiteY12-322" fmla="*/ 2711869 h 3019555"/>
                <a:gd name="connsiteX13-323" fmla="*/ 7056407 w 7919049"/>
                <a:gd name="connsiteY13-324" fmla="*/ 2867144 h 3019555"/>
                <a:gd name="connsiteX14-325" fmla="*/ 7919049 w 7919049"/>
                <a:gd name="connsiteY14-326" fmla="*/ 2832638 h 3019555"/>
                <a:gd name="connsiteX0-327" fmla="*/ 0 w 7919049"/>
                <a:gd name="connsiteY0-328" fmla="*/ 2798132 h 3019555"/>
                <a:gd name="connsiteX1-329" fmla="*/ 293298 w 7919049"/>
                <a:gd name="connsiteY1-330" fmla="*/ 2746374 h 3019555"/>
                <a:gd name="connsiteX2-331" fmla="*/ 534837 w 7919049"/>
                <a:gd name="connsiteY2-332" fmla="*/ 2004502 h 3019555"/>
                <a:gd name="connsiteX3-333" fmla="*/ 776377 w 7919049"/>
                <a:gd name="connsiteY3-334" fmla="*/ 1314389 h 3019555"/>
                <a:gd name="connsiteX4-335" fmla="*/ 2225615 w 7919049"/>
                <a:gd name="connsiteY4-336" fmla="*/ 1297136 h 3019555"/>
                <a:gd name="connsiteX5-337" fmla="*/ 2639683 w 7919049"/>
                <a:gd name="connsiteY5-338" fmla="*/ 2763627 h 3019555"/>
                <a:gd name="connsiteX6-339" fmla="*/ 3519577 w 7919049"/>
                <a:gd name="connsiteY6-340" fmla="*/ 2987913 h 3019555"/>
                <a:gd name="connsiteX7-341" fmla="*/ 3605841 w 7919049"/>
                <a:gd name="connsiteY7-342" fmla="*/ 2487582 h 3019555"/>
                <a:gd name="connsiteX8-343" fmla="*/ 3847381 w 7919049"/>
                <a:gd name="connsiteY8-344" fmla="*/ 2970661 h 3019555"/>
                <a:gd name="connsiteX9-345" fmla="*/ 5934973 w 7919049"/>
                <a:gd name="connsiteY9-346" fmla="*/ 2901649 h 3019555"/>
                <a:gd name="connsiteX10-347" fmla="*/ 6072996 w 7919049"/>
                <a:gd name="connsiteY10-348" fmla="*/ 2177032 h 3019555"/>
                <a:gd name="connsiteX11-349" fmla="*/ 6211019 w 7919049"/>
                <a:gd name="connsiteY11-350" fmla="*/ 3174 h 3019555"/>
                <a:gd name="connsiteX12-351" fmla="*/ 6832120 w 7919049"/>
                <a:gd name="connsiteY12-352" fmla="*/ 2711869 h 3019555"/>
                <a:gd name="connsiteX13-353" fmla="*/ 7056407 w 7919049"/>
                <a:gd name="connsiteY13-354" fmla="*/ 2867144 h 3019555"/>
                <a:gd name="connsiteX14-355" fmla="*/ 7919049 w 7919049"/>
                <a:gd name="connsiteY14-356" fmla="*/ 2884397 h 3019555"/>
                <a:gd name="connsiteX0-357" fmla="*/ 0 w 7919049"/>
                <a:gd name="connsiteY0-358" fmla="*/ 2798132 h 3019555"/>
                <a:gd name="connsiteX1-359" fmla="*/ 293298 w 7919049"/>
                <a:gd name="connsiteY1-360" fmla="*/ 2746374 h 3019555"/>
                <a:gd name="connsiteX2-361" fmla="*/ 534837 w 7919049"/>
                <a:gd name="connsiteY2-362" fmla="*/ 2004502 h 3019555"/>
                <a:gd name="connsiteX3-363" fmla="*/ 776377 w 7919049"/>
                <a:gd name="connsiteY3-364" fmla="*/ 1314389 h 3019555"/>
                <a:gd name="connsiteX4-365" fmla="*/ 2225615 w 7919049"/>
                <a:gd name="connsiteY4-366" fmla="*/ 1297136 h 3019555"/>
                <a:gd name="connsiteX5-367" fmla="*/ 2639683 w 7919049"/>
                <a:gd name="connsiteY5-368" fmla="*/ 2763627 h 3019555"/>
                <a:gd name="connsiteX6-369" fmla="*/ 3519577 w 7919049"/>
                <a:gd name="connsiteY6-370" fmla="*/ 2987913 h 3019555"/>
                <a:gd name="connsiteX7-371" fmla="*/ 3605841 w 7919049"/>
                <a:gd name="connsiteY7-372" fmla="*/ 2487582 h 3019555"/>
                <a:gd name="connsiteX8-373" fmla="*/ 3847381 w 7919049"/>
                <a:gd name="connsiteY8-374" fmla="*/ 2970661 h 3019555"/>
                <a:gd name="connsiteX9-375" fmla="*/ 5934973 w 7919049"/>
                <a:gd name="connsiteY9-376" fmla="*/ 2901649 h 3019555"/>
                <a:gd name="connsiteX10-377" fmla="*/ 6072996 w 7919049"/>
                <a:gd name="connsiteY10-378" fmla="*/ 2177032 h 3019555"/>
                <a:gd name="connsiteX11-379" fmla="*/ 6211019 w 7919049"/>
                <a:gd name="connsiteY11-380" fmla="*/ 3174 h 3019555"/>
                <a:gd name="connsiteX12-381" fmla="*/ 6832120 w 7919049"/>
                <a:gd name="connsiteY12-382" fmla="*/ 2711869 h 3019555"/>
                <a:gd name="connsiteX13-383" fmla="*/ 7056407 w 7919049"/>
                <a:gd name="connsiteY13-384" fmla="*/ 2918903 h 3019555"/>
                <a:gd name="connsiteX14-385" fmla="*/ 7919049 w 7919049"/>
                <a:gd name="connsiteY14-386" fmla="*/ 2884397 h 3019555"/>
                <a:gd name="connsiteX0-387" fmla="*/ 0 w 7919049"/>
                <a:gd name="connsiteY0-388" fmla="*/ 2798132 h 3019555"/>
                <a:gd name="connsiteX1-389" fmla="*/ 293298 w 7919049"/>
                <a:gd name="connsiteY1-390" fmla="*/ 2746374 h 3019555"/>
                <a:gd name="connsiteX2-391" fmla="*/ 534837 w 7919049"/>
                <a:gd name="connsiteY2-392" fmla="*/ 2004502 h 3019555"/>
                <a:gd name="connsiteX3-393" fmla="*/ 776377 w 7919049"/>
                <a:gd name="connsiteY3-394" fmla="*/ 1314389 h 3019555"/>
                <a:gd name="connsiteX4-395" fmla="*/ 2225615 w 7919049"/>
                <a:gd name="connsiteY4-396" fmla="*/ 1297136 h 3019555"/>
                <a:gd name="connsiteX5-397" fmla="*/ 2639683 w 7919049"/>
                <a:gd name="connsiteY5-398" fmla="*/ 2763627 h 3019555"/>
                <a:gd name="connsiteX6-399" fmla="*/ 3519577 w 7919049"/>
                <a:gd name="connsiteY6-400" fmla="*/ 2987913 h 3019555"/>
                <a:gd name="connsiteX7-401" fmla="*/ 3605841 w 7919049"/>
                <a:gd name="connsiteY7-402" fmla="*/ 2487582 h 3019555"/>
                <a:gd name="connsiteX8-403" fmla="*/ 3847381 w 7919049"/>
                <a:gd name="connsiteY8-404" fmla="*/ 2970661 h 3019555"/>
                <a:gd name="connsiteX9-405" fmla="*/ 5934973 w 7919049"/>
                <a:gd name="connsiteY9-406" fmla="*/ 2901649 h 3019555"/>
                <a:gd name="connsiteX10-407" fmla="*/ 6072996 w 7919049"/>
                <a:gd name="connsiteY10-408" fmla="*/ 2177032 h 3019555"/>
                <a:gd name="connsiteX11-409" fmla="*/ 6211019 w 7919049"/>
                <a:gd name="connsiteY11-410" fmla="*/ 3174 h 3019555"/>
                <a:gd name="connsiteX12-411" fmla="*/ 6832120 w 7919049"/>
                <a:gd name="connsiteY12-412" fmla="*/ 2711869 h 3019555"/>
                <a:gd name="connsiteX13-413" fmla="*/ 7177176 w 7919049"/>
                <a:gd name="connsiteY13-414" fmla="*/ 2901650 h 3019555"/>
                <a:gd name="connsiteX14-415" fmla="*/ 7919049 w 7919049"/>
                <a:gd name="connsiteY14-416" fmla="*/ 2884397 h 3019555"/>
                <a:gd name="connsiteX0-417" fmla="*/ 0 w 7919049"/>
                <a:gd name="connsiteY0-418" fmla="*/ 2797568 h 3018991"/>
                <a:gd name="connsiteX1-419" fmla="*/ 293298 w 7919049"/>
                <a:gd name="connsiteY1-420" fmla="*/ 2745810 h 3018991"/>
                <a:gd name="connsiteX2-421" fmla="*/ 534837 w 7919049"/>
                <a:gd name="connsiteY2-422" fmla="*/ 2003938 h 3018991"/>
                <a:gd name="connsiteX3-423" fmla="*/ 776377 w 7919049"/>
                <a:gd name="connsiteY3-424" fmla="*/ 1313825 h 3018991"/>
                <a:gd name="connsiteX4-425" fmla="*/ 2225615 w 7919049"/>
                <a:gd name="connsiteY4-426" fmla="*/ 1296572 h 3018991"/>
                <a:gd name="connsiteX5-427" fmla="*/ 2639683 w 7919049"/>
                <a:gd name="connsiteY5-428" fmla="*/ 2763063 h 3018991"/>
                <a:gd name="connsiteX6-429" fmla="*/ 3519577 w 7919049"/>
                <a:gd name="connsiteY6-430" fmla="*/ 2987349 h 3018991"/>
                <a:gd name="connsiteX7-431" fmla="*/ 3605841 w 7919049"/>
                <a:gd name="connsiteY7-432" fmla="*/ 2487018 h 3018991"/>
                <a:gd name="connsiteX8-433" fmla="*/ 3847381 w 7919049"/>
                <a:gd name="connsiteY8-434" fmla="*/ 2970097 h 3018991"/>
                <a:gd name="connsiteX9-435" fmla="*/ 5934973 w 7919049"/>
                <a:gd name="connsiteY9-436" fmla="*/ 2901085 h 3018991"/>
                <a:gd name="connsiteX10-437" fmla="*/ 6072996 w 7919049"/>
                <a:gd name="connsiteY10-438" fmla="*/ 2176468 h 3018991"/>
                <a:gd name="connsiteX11-439" fmla="*/ 6211019 w 7919049"/>
                <a:gd name="connsiteY11-440" fmla="*/ 2610 h 3018991"/>
                <a:gd name="connsiteX12-441" fmla="*/ 6832120 w 7919049"/>
                <a:gd name="connsiteY12-442" fmla="*/ 2659547 h 3018991"/>
                <a:gd name="connsiteX13-443" fmla="*/ 7177176 w 7919049"/>
                <a:gd name="connsiteY13-444" fmla="*/ 2901086 h 3018991"/>
                <a:gd name="connsiteX14-445" fmla="*/ 7919049 w 7919049"/>
                <a:gd name="connsiteY14-446" fmla="*/ 2883833 h 3018991"/>
                <a:gd name="connsiteX0-447" fmla="*/ 0 w 7919049"/>
                <a:gd name="connsiteY0-448" fmla="*/ 2797568 h 3018991"/>
                <a:gd name="connsiteX1-449" fmla="*/ 293298 w 7919049"/>
                <a:gd name="connsiteY1-450" fmla="*/ 2745810 h 3018991"/>
                <a:gd name="connsiteX2-451" fmla="*/ 534837 w 7919049"/>
                <a:gd name="connsiteY2-452" fmla="*/ 2003938 h 3018991"/>
                <a:gd name="connsiteX3-453" fmla="*/ 776377 w 7919049"/>
                <a:gd name="connsiteY3-454" fmla="*/ 1313825 h 3018991"/>
                <a:gd name="connsiteX4-455" fmla="*/ 2225615 w 7919049"/>
                <a:gd name="connsiteY4-456" fmla="*/ 1296572 h 3018991"/>
                <a:gd name="connsiteX5-457" fmla="*/ 2639683 w 7919049"/>
                <a:gd name="connsiteY5-458" fmla="*/ 2763063 h 3018991"/>
                <a:gd name="connsiteX6-459" fmla="*/ 3519577 w 7919049"/>
                <a:gd name="connsiteY6-460" fmla="*/ 2987349 h 3018991"/>
                <a:gd name="connsiteX7-461" fmla="*/ 3605841 w 7919049"/>
                <a:gd name="connsiteY7-462" fmla="*/ 2487018 h 3018991"/>
                <a:gd name="connsiteX8-463" fmla="*/ 3847381 w 7919049"/>
                <a:gd name="connsiteY8-464" fmla="*/ 2970097 h 3018991"/>
                <a:gd name="connsiteX9-465" fmla="*/ 5934973 w 7919049"/>
                <a:gd name="connsiteY9-466" fmla="*/ 2901085 h 3018991"/>
                <a:gd name="connsiteX10-467" fmla="*/ 6072996 w 7919049"/>
                <a:gd name="connsiteY10-468" fmla="*/ 2176468 h 3018991"/>
                <a:gd name="connsiteX11-469" fmla="*/ 6211019 w 7919049"/>
                <a:gd name="connsiteY11-470" fmla="*/ 2610 h 3018991"/>
                <a:gd name="connsiteX12-471" fmla="*/ 6832120 w 7919049"/>
                <a:gd name="connsiteY12-472" fmla="*/ 2659547 h 3018991"/>
                <a:gd name="connsiteX13-473" fmla="*/ 7177176 w 7919049"/>
                <a:gd name="connsiteY13-474" fmla="*/ 2901086 h 3018991"/>
                <a:gd name="connsiteX14-475" fmla="*/ 7919049 w 7919049"/>
                <a:gd name="connsiteY14-476" fmla="*/ 2883833 h 3018991"/>
                <a:gd name="connsiteX0-477" fmla="*/ 0 w 7919049"/>
                <a:gd name="connsiteY0-478" fmla="*/ 2797568 h 3018991"/>
                <a:gd name="connsiteX1-479" fmla="*/ 293298 w 7919049"/>
                <a:gd name="connsiteY1-480" fmla="*/ 2745810 h 3018991"/>
                <a:gd name="connsiteX2-481" fmla="*/ 534837 w 7919049"/>
                <a:gd name="connsiteY2-482" fmla="*/ 2003938 h 3018991"/>
                <a:gd name="connsiteX3-483" fmla="*/ 776377 w 7919049"/>
                <a:gd name="connsiteY3-484" fmla="*/ 1313825 h 3018991"/>
                <a:gd name="connsiteX4-485" fmla="*/ 2225615 w 7919049"/>
                <a:gd name="connsiteY4-486" fmla="*/ 1296572 h 3018991"/>
                <a:gd name="connsiteX5-487" fmla="*/ 2639683 w 7919049"/>
                <a:gd name="connsiteY5-488" fmla="*/ 2763063 h 3018991"/>
                <a:gd name="connsiteX6-489" fmla="*/ 3433313 w 7919049"/>
                <a:gd name="connsiteY6-490" fmla="*/ 2970096 h 3018991"/>
                <a:gd name="connsiteX7-491" fmla="*/ 3605841 w 7919049"/>
                <a:gd name="connsiteY7-492" fmla="*/ 2487018 h 3018991"/>
                <a:gd name="connsiteX8-493" fmla="*/ 3847381 w 7919049"/>
                <a:gd name="connsiteY8-494" fmla="*/ 2970097 h 3018991"/>
                <a:gd name="connsiteX9-495" fmla="*/ 5934973 w 7919049"/>
                <a:gd name="connsiteY9-496" fmla="*/ 2901085 h 3018991"/>
                <a:gd name="connsiteX10-497" fmla="*/ 6072996 w 7919049"/>
                <a:gd name="connsiteY10-498" fmla="*/ 2176468 h 3018991"/>
                <a:gd name="connsiteX11-499" fmla="*/ 6211019 w 7919049"/>
                <a:gd name="connsiteY11-500" fmla="*/ 2610 h 3018991"/>
                <a:gd name="connsiteX12-501" fmla="*/ 6832120 w 7919049"/>
                <a:gd name="connsiteY12-502" fmla="*/ 2659547 h 3018991"/>
                <a:gd name="connsiteX13-503" fmla="*/ 7177176 w 7919049"/>
                <a:gd name="connsiteY13-504" fmla="*/ 2901086 h 3018991"/>
                <a:gd name="connsiteX14-505" fmla="*/ 7919049 w 7919049"/>
                <a:gd name="connsiteY14-506" fmla="*/ 2883833 h 3018991"/>
                <a:gd name="connsiteX0-507" fmla="*/ 0 w 7919049"/>
                <a:gd name="connsiteY0-508" fmla="*/ 2797568 h 3013718"/>
                <a:gd name="connsiteX1-509" fmla="*/ 293298 w 7919049"/>
                <a:gd name="connsiteY1-510" fmla="*/ 2745810 h 3013718"/>
                <a:gd name="connsiteX2-511" fmla="*/ 534837 w 7919049"/>
                <a:gd name="connsiteY2-512" fmla="*/ 2003938 h 3013718"/>
                <a:gd name="connsiteX3-513" fmla="*/ 776377 w 7919049"/>
                <a:gd name="connsiteY3-514" fmla="*/ 1313825 h 3013718"/>
                <a:gd name="connsiteX4-515" fmla="*/ 2225615 w 7919049"/>
                <a:gd name="connsiteY4-516" fmla="*/ 1296572 h 3013718"/>
                <a:gd name="connsiteX5-517" fmla="*/ 2639683 w 7919049"/>
                <a:gd name="connsiteY5-518" fmla="*/ 2763063 h 3013718"/>
                <a:gd name="connsiteX6-519" fmla="*/ 3433313 w 7919049"/>
                <a:gd name="connsiteY6-520" fmla="*/ 2970096 h 3013718"/>
                <a:gd name="connsiteX7-521" fmla="*/ 3605841 w 7919049"/>
                <a:gd name="connsiteY7-522" fmla="*/ 2487018 h 3013718"/>
                <a:gd name="connsiteX8-523" fmla="*/ 3847381 w 7919049"/>
                <a:gd name="connsiteY8-524" fmla="*/ 2970097 h 3013718"/>
                <a:gd name="connsiteX9-525" fmla="*/ 5934973 w 7919049"/>
                <a:gd name="connsiteY9-526" fmla="*/ 2901085 h 3013718"/>
                <a:gd name="connsiteX10-527" fmla="*/ 6072996 w 7919049"/>
                <a:gd name="connsiteY10-528" fmla="*/ 2176468 h 3013718"/>
                <a:gd name="connsiteX11-529" fmla="*/ 6211019 w 7919049"/>
                <a:gd name="connsiteY11-530" fmla="*/ 2610 h 3013718"/>
                <a:gd name="connsiteX12-531" fmla="*/ 6832120 w 7919049"/>
                <a:gd name="connsiteY12-532" fmla="*/ 2659547 h 3013718"/>
                <a:gd name="connsiteX13-533" fmla="*/ 7177176 w 7919049"/>
                <a:gd name="connsiteY13-534" fmla="*/ 2901086 h 3013718"/>
                <a:gd name="connsiteX14-535" fmla="*/ 7919049 w 7919049"/>
                <a:gd name="connsiteY14-536" fmla="*/ 2883833 h 3013718"/>
                <a:gd name="connsiteX0-537" fmla="*/ 0 w 7919049"/>
                <a:gd name="connsiteY0-538" fmla="*/ 2797568 h 3030541"/>
                <a:gd name="connsiteX1-539" fmla="*/ 293298 w 7919049"/>
                <a:gd name="connsiteY1-540" fmla="*/ 2745810 h 3030541"/>
                <a:gd name="connsiteX2-541" fmla="*/ 534837 w 7919049"/>
                <a:gd name="connsiteY2-542" fmla="*/ 2003938 h 3030541"/>
                <a:gd name="connsiteX3-543" fmla="*/ 776377 w 7919049"/>
                <a:gd name="connsiteY3-544" fmla="*/ 1313825 h 3030541"/>
                <a:gd name="connsiteX4-545" fmla="*/ 2225615 w 7919049"/>
                <a:gd name="connsiteY4-546" fmla="*/ 1296572 h 3030541"/>
                <a:gd name="connsiteX5-547" fmla="*/ 2639683 w 7919049"/>
                <a:gd name="connsiteY5-548" fmla="*/ 2763063 h 3030541"/>
                <a:gd name="connsiteX6-549" fmla="*/ 3433313 w 7919049"/>
                <a:gd name="connsiteY6-550" fmla="*/ 2970096 h 3030541"/>
                <a:gd name="connsiteX7-551" fmla="*/ 3605841 w 7919049"/>
                <a:gd name="connsiteY7-552" fmla="*/ 2487018 h 3030541"/>
                <a:gd name="connsiteX8-553" fmla="*/ 3847381 w 7919049"/>
                <a:gd name="connsiteY8-554" fmla="*/ 2970097 h 3030541"/>
                <a:gd name="connsiteX9-555" fmla="*/ 5831456 w 7919049"/>
                <a:gd name="connsiteY9-556" fmla="*/ 2935591 h 3030541"/>
                <a:gd name="connsiteX10-557" fmla="*/ 6072996 w 7919049"/>
                <a:gd name="connsiteY10-558" fmla="*/ 2176468 h 3030541"/>
                <a:gd name="connsiteX11-559" fmla="*/ 6211019 w 7919049"/>
                <a:gd name="connsiteY11-560" fmla="*/ 2610 h 3030541"/>
                <a:gd name="connsiteX12-561" fmla="*/ 6832120 w 7919049"/>
                <a:gd name="connsiteY12-562" fmla="*/ 2659547 h 3030541"/>
                <a:gd name="connsiteX13-563" fmla="*/ 7177176 w 7919049"/>
                <a:gd name="connsiteY13-564" fmla="*/ 2901086 h 3030541"/>
                <a:gd name="connsiteX14-565" fmla="*/ 7919049 w 7919049"/>
                <a:gd name="connsiteY14-566" fmla="*/ 2883833 h 3030541"/>
                <a:gd name="connsiteX0-567" fmla="*/ 0 w 7919049"/>
                <a:gd name="connsiteY0-568" fmla="*/ 2797568 h 3057443"/>
                <a:gd name="connsiteX1-569" fmla="*/ 293298 w 7919049"/>
                <a:gd name="connsiteY1-570" fmla="*/ 2745810 h 3057443"/>
                <a:gd name="connsiteX2-571" fmla="*/ 534837 w 7919049"/>
                <a:gd name="connsiteY2-572" fmla="*/ 2003938 h 3057443"/>
                <a:gd name="connsiteX3-573" fmla="*/ 776377 w 7919049"/>
                <a:gd name="connsiteY3-574" fmla="*/ 1313825 h 3057443"/>
                <a:gd name="connsiteX4-575" fmla="*/ 2225615 w 7919049"/>
                <a:gd name="connsiteY4-576" fmla="*/ 1296572 h 3057443"/>
                <a:gd name="connsiteX5-577" fmla="*/ 2639683 w 7919049"/>
                <a:gd name="connsiteY5-578" fmla="*/ 2763063 h 3057443"/>
                <a:gd name="connsiteX6-579" fmla="*/ 3433313 w 7919049"/>
                <a:gd name="connsiteY6-580" fmla="*/ 2970096 h 3057443"/>
                <a:gd name="connsiteX7-581" fmla="*/ 3605841 w 7919049"/>
                <a:gd name="connsiteY7-582" fmla="*/ 2487018 h 3057443"/>
                <a:gd name="connsiteX8-583" fmla="*/ 3847381 w 7919049"/>
                <a:gd name="connsiteY8-584" fmla="*/ 2970097 h 3057443"/>
                <a:gd name="connsiteX9-585" fmla="*/ 5831456 w 7919049"/>
                <a:gd name="connsiteY9-586" fmla="*/ 2935591 h 3057443"/>
                <a:gd name="connsiteX10-587" fmla="*/ 6072996 w 7919049"/>
                <a:gd name="connsiteY10-588" fmla="*/ 2176468 h 3057443"/>
                <a:gd name="connsiteX11-589" fmla="*/ 6211019 w 7919049"/>
                <a:gd name="connsiteY11-590" fmla="*/ 2610 h 3057443"/>
                <a:gd name="connsiteX12-591" fmla="*/ 6832120 w 7919049"/>
                <a:gd name="connsiteY12-592" fmla="*/ 2659547 h 3057443"/>
                <a:gd name="connsiteX13-593" fmla="*/ 7177176 w 7919049"/>
                <a:gd name="connsiteY13-594" fmla="*/ 2901086 h 3057443"/>
                <a:gd name="connsiteX14-595" fmla="*/ 7919049 w 7919049"/>
                <a:gd name="connsiteY14-596" fmla="*/ 2883833 h 3057443"/>
                <a:gd name="connsiteX0-597" fmla="*/ 0 w 7919049"/>
                <a:gd name="connsiteY0-598" fmla="*/ 2797568 h 3057443"/>
                <a:gd name="connsiteX1-599" fmla="*/ 293298 w 7919049"/>
                <a:gd name="connsiteY1-600" fmla="*/ 2745810 h 3057443"/>
                <a:gd name="connsiteX2-601" fmla="*/ 534837 w 7919049"/>
                <a:gd name="connsiteY2-602" fmla="*/ 2003938 h 3057443"/>
                <a:gd name="connsiteX3-603" fmla="*/ 776377 w 7919049"/>
                <a:gd name="connsiteY3-604" fmla="*/ 1279319 h 3057443"/>
                <a:gd name="connsiteX4-605" fmla="*/ 2225615 w 7919049"/>
                <a:gd name="connsiteY4-606" fmla="*/ 1296572 h 3057443"/>
                <a:gd name="connsiteX5-607" fmla="*/ 2639683 w 7919049"/>
                <a:gd name="connsiteY5-608" fmla="*/ 2763063 h 3057443"/>
                <a:gd name="connsiteX6-609" fmla="*/ 3433313 w 7919049"/>
                <a:gd name="connsiteY6-610" fmla="*/ 2970096 h 3057443"/>
                <a:gd name="connsiteX7-611" fmla="*/ 3605841 w 7919049"/>
                <a:gd name="connsiteY7-612" fmla="*/ 2487018 h 3057443"/>
                <a:gd name="connsiteX8-613" fmla="*/ 3847381 w 7919049"/>
                <a:gd name="connsiteY8-614" fmla="*/ 2970097 h 3057443"/>
                <a:gd name="connsiteX9-615" fmla="*/ 5831456 w 7919049"/>
                <a:gd name="connsiteY9-616" fmla="*/ 2935591 h 3057443"/>
                <a:gd name="connsiteX10-617" fmla="*/ 6072996 w 7919049"/>
                <a:gd name="connsiteY10-618" fmla="*/ 2176468 h 3057443"/>
                <a:gd name="connsiteX11-619" fmla="*/ 6211019 w 7919049"/>
                <a:gd name="connsiteY11-620" fmla="*/ 2610 h 3057443"/>
                <a:gd name="connsiteX12-621" fmla="*/ 6832120 w 7919049"/>
                <a:gd name="connsiteY12-622" fmla="*/ 2659547 h 3057443"/>
                <a:gd name="connsiteX13-623" fmla="*/ 7177176 w 7919049"/>
                <a:gd name="connsiteY13-624" fmla="*/ 2901086 h 3057443"/>
                <a:gd name="connsiteX14-625" fmla="*/ 7919049 w 7919049"/>
                <a:gd name="connsiteY14-626" fmla="*/ 2883833 h 3057443"/>
                <a:gd name="connsiteX0-627" fmla="*/ 0 w 7919049"/>
                <a:gd name="connsiteY0-628" fmla="*/ 2797568 h 3057443"/>
                <a:gd name="connsiteX1-629" fmla="*/ 293298 w 7919049"/>
                <a:gd name="connsiteY1-630" fmla="*/ 2745810 h 3057443"/>
                <a:gd name="connsiteX2-631" fmla="*/ 534837 w 7919049"/>
                <a:gd name="connsiteY2-632" fmla="*/ 2003938 h 3057443"/>
                <a:gd name="connsiteX3-633" fmla="*/ 776377 w 7919049"/>
                <a:gd name="connsiteY3-634" fmla="*/ 1279319 h 3057443"/>
                <a:gd name="connsiteX4-635" fmla="*/ 2294627 w 7919049"/>
                <a:gd name="connsiteY4-636" fmla="*/ 1348331 h 3057443"/>
                <a:gd name="connsiteX5-637" fmla="*/ 2639683 w 7919049"/>
                <a:gd name="connsiteY5-638" fmla="*/ 2763063 h 3057443"/>
                <a:gd name="connsiteX6-639" fmla="*/ 3433313 w 7919049"/>
                <a:gd name="connsiteY6-640" fmla="*/ 2970096 h 3057443"/>
                <a:gd name="connsiteX7-641" fmla="*/ 3605841 w 7919049"/>
                <a:gd name="connsiteY7-642" fmla="*/ 2487018 h 3057443"/>
                <a:gd name="connsiteX8-643" fmla="*/ 3847381 w 7919049"/>
                <a:gd name="connsiteY8-644" fmla="*/ 2970097 h 3057443"/>
                <a:gd name="connsiteX9-645" fmla="*/ 5831456 w 7919049"/>
                <a:gd name="connsiteY9-646" fmla="*/ 2935591 h 3057443"/>
                <a:gd name="connsiteX10-647" fmla="*/ 6072996 w 7919049"/>
                <a:gd name="connsiteY10-648" fmla="*/ 2176468 h 3057443"/>
                <a:gd name="connsiteX11-649" fmla="*/ 6211019 w 7919049"/>
                <a:gd name="connsiteY11-650" fmla="*/ 2610 h 3057443"/>
                <a:gd name="connsiteX12-651" fmla="*/ 6832120 w 7919049"/>
                <a:gd name="connsiteY12-652" fmla="*/ 2659547 h 3057443"/>
                <a:gd name="connsiteX13-653" fmla="*/ 7177176 w 7919049"/>
                <a:gd name="connsiteY13-654" fmla="*/ 2901086 h 3057443"/>
                <a:gd name="connsiteX14-655" fmla="*/ 7919049 w 7919049"/>
                <a:gd name="connsiteY14-656" fmla="*/ 2883833 h 3057443"/>
                <a:gd name="connsiteX0-657" fmla="*/ 0 w 7919049"/>
                <a:gd name="connsiteY0-658" fmla="*/ 2797568 h 3057443"/>
                <a:gd name="connsiteX1-659" fmla="*/ 293298 w 7919049"/>
                <a:gd name="connsiteY1-660" fmla="*/ 2745810 h 3057443"/>
                <a:gd name="connsiteX2-661" fmla="*/ 534837 w 7919049"/>
                <a:gd name="connsiteY2-662" fmla="*/ 2003938 h 3057443"/>
                <a:gd name="connsiteX3-663" fmla="*/ 776377 w 7919049"/>
                <a:gd name="connsiteY3-664" fmla="*/ 1279319 h 3057443"/>
                <a:gd name="connsiteX4-665" fmla="*/ 2294627 w 7919049"/>
                <a:gd name="connsiteY4-666" fmla="*/ 1348331 h 3057443"/>
                <a:gd name="connsiteX5-667" fmla="*/ 1975633 w 7919049"/>
                <a:gd name="connsiteY5-668" fmla="*/ 1235424 h 3057443"/>
                <a:gd name="connsiteX6-669" fmla="*/ 2639683 w 7919049"/>
                <a:gd name="connsiteY6-670" fmla="*/ 2763063 h 3057443"/>
                <a:gd name="connsiteX7-671" fmla="*/ 3433313 w 7919049"/>
                <a:gd name="connsiteY7-672" fmla="*/ 2970096 h 3057443"/>
                <a:gd name="connsiteX8-673" fmla="*/ 3605841 w 7919049"/>
                <a:gd name="connsiteY8-674" fmla="*/ 2487018 h 3057443"/>
                <a:gd name="connsiteX9-675" fmla="*/ 3847381 w 7919049"/>
                <a:gd name="connsiteY9-676" fmla="*/ 2970097 h 3057443"/>
                <a:gd name="connsiteX10-677" fmla="*/ 5831456 w 7919049"/>
                <a:gd name="connsiteY10-678" fmla="*/ 2935591 h 3057443"/>
                <a:gd name="connsiteX11-679" fmla="*/ 6072996 w 7919049"/>
                <a:gd name="connsiteY11-680" fmla="*/ 2176468 h 3057443"/>
                <a:gd name="connsiteX12-681" fmla="*/ 6211019 w 7919049"/>
                <a:gd name="connsiteY12-682" fmla="*/ 2610 h 3057443"/>
                <a:gd name="connsiteX13-683" fmla="*/ 6832120 w 7919049"/>
                <a:gd name="connsiteY13-684" fmla="*/ 2659547 h 3057443"/>
                <a:gd name="connsiteX14-685" fmla="*/ 7177176 w 7919049"/>
                <a:gd name="connsiteY14-686" fmla="*/ 2901086 h 3057443"/>
                <a:gd name="connsiteX15" fmla="*/ 7919049 w 7919049"/>
                <a:gd name="connsiteY15" fmla="*/ 2883833 h 3057443"/>
                <a:gd name="connsiteX0-687" fmla="*/ 0 w 7919049"/>
                <a:gd name="connsiteY0-688" fmla="*/ 2797568 h 3057443"/>
                <a:gd name="connsiteX1-689" fmla="*/ 293298 w 7919049"/>
                <a:gd name="connsiteY1-690" fmla="*/ 2745810 h 3057443"/>
                <a:gd name="connsiteX2-691" fmla="*/ 534837 w 7919049"/>
                <a:gd name="connsiteY2-692" fmla="*/ 2003938 h 3057443"/>
                <a:gd name="connsiteX3-693" fmla="*/ 776377 w 7919049"/>
                <a:gd name="connsiteY3-694" fmla="*/ 1279319 h 3057443"/>
                <a:gd name="connsiteX4-695" fmla="*/ 2294627 w 7919049"/>
                <a:gd name="connsiteY4-696" fmla="*/ 1348331 h 3057443"/>
                <a:gd name="connsiteX5-697" fmla="*/ 1975633 w 7919049"/>
                <a:gd name="connsiteY5-698" fmla="*/ 1235424 h 3057443"/>
                <a:gd name="connsiteX6-699" fmla="*/ 2639683 w 7919049"/>
                <a:gd name="connsiteY6-700" fmla="*/ 2763063 h 3057443"/>
                <a:gd name="connsiteX7-701" fmla="*/ 3433313 w 7919049"/>
                <a:gd name="connsiteY7-702" fmla="*/ 2970096 h 3057443"/>
                <a:gd name="connsiteX8-703" fmla="*/ 3605841 w 7919049"/>
                <a:gd name="connsiteY8-704" fmla="*/ 2487018 h 3057443"/>
                <a:gd name="connsiteX9-705" fmla="*/ 3847381 w 7919049"/>
                <a:gd name="connsiteY9-706" fmla="*/ 2970097 h 3057443"/>
                <a:gd name="connsiteX10-707" fmla="*/ 5831456 w 7919049"/>
                <a:gd name="connsiteY10-708" fmla="*/ 2935591 h 3057443"/>
                <a:gd name="connsiteX11-709" fmla="*/ 6072996 w 7919049"/>
                <a:gd name="connsiteY11-710" fmla="*/ 2176468 h 3057443"/>
                <a:gd name="connsiteX12-711" fmla="*/ 6211019 w 7919049"/>
                <a:gd name="connsiteY12-712" fmla="*/ 2610 h 3057443"/>
                <a:gd name="connsiteX13-713" fmla="*/ 6832120 w 7919049"/>
                <a:gd name="connsiteY13-714" fmla="*/ 2659547 h 3057443"/>
                <a:gd name="connsiteX14-715" fmla="*/ 7177176 w 7919049"/>
                <a:gd name="connsiteY14-716" fmla="*/ 2901086 h 3057443"/>
                <a:gd name="connsiteX15-717" fmla="*/ 7919049 w 7919049"/>
                <a:gd name="connsiteY15-718" fmla="*/ 2883833 h 3057443"/>
                <a:gd name="connsiteX0-719" fmla="*/ 0 w 7919049"/>
                <a:gd name="connsiteY0-720" fmla="*/ 2797568 h 3057443"/>
                <a:gd name="connsiteX1-721" fmla="*/ 293298 w 7919049"/>
                <a:gd name="connsiteY1-722" fmla="*/ 2745810 h 3057443"/>
                <a:gd name="connsiteX2-723" fmla="*/ 534837 w 7919049"/>
                <a:gd name="connsiteY2-724" fmla="*/ 2003938 h 3057443"/>
                <a:gd name="connsiteX3-725" fmla="*/ 776377 w 7919049"/>
                <a:gd name="connsiteY3-726" fmla="*/ 1279319 h 3057443"/>
                <a:gd name="connsiteX4-727" fmla="*/ 2139351 w 7919049"/>
                <a:gd name="connsiteY4-728" fmla="*/ 813494 h 3057443"/>
                <a:gd name="connsiteX5-729" fmla="*/ 1975633 w 7919049"/>
                <a:gd name="connsiteY5-730" fmla="*/ 1235424 h 3057443"/>
                <a:gd name="connsiteX6-731" fmla="*/ 2639683 w 7919049"/>
                <a:gd name="connsiteY6-732" fmla="*/ 2763063 h 3057443"/>
                <a:gd name="connsiteX7-733" fmla="*/ 3433313 w 7919049"/>
                <a:gd name="connsiteY7-734" fmla="*/ 2970096 h 3057443"/>
                <a:gd name="connsiteX8-735" fmla="*/ 3605841 w 7919049"/>
                <a:gd name="connsiteY8-736" fmla="*/ 2487018 h 3057443"/>
                <a:gd name="connsiteX9-737" fmla="*/ 3847381 w 7919049"/>
                <a:gd name="connsiteY9-738" fmla="*/ 2970097 h 3057443"/>
                <a:gd name="connsiteX10-739" fmla="*/ 5831456 w 7919049"/>
                <a:gd name="connsiteY10-740" fmla="*/ 2935591 h 3057443"/>
                <a:gd name="connsiteX11-741" fmla="*/ 6072996 w 7919049"/>
                <a:gd name="connsiteY11-742" fmla="*/ 2176468 h 3057443"/>
                <a:gd name="connsiteX12-743" fmla="*/ 6211019 w 7919049"/>
                <a:gd name="connsiteY12-744" fmla="*/ 2610 h 3057443"/>
                <a:gd name="connsiteX13-745" fmla="*/ 6832120 w 7919049"/>
                <a:gd name="connsiteY13-746" fmla="*/ 2659547 h 3057443"/>
                <a:gd name="connsiteX14-747" fmla="*/ 7177176 w 7919049"/>
                <a:gd name="connsiteY14-748" fmla="*/ 2901086 h 3057443"/>
                <a:gd name="connsiteX15-749" fmla="*/ 7919049 w 7919049"/>
                <a:gd name="connsiteY15-750" fmla="*/ 2883833 h 3057443"/>
                <a:gd name="connsiteX0-751" fmla="*/ 0 w 7919049"/>
                <a:gd name="connsiteY0-752" fmla="*/ 2797568 h 3057443"/>
                <a:gd name="connsiteX1-753" fmla="*/ 293298 w 7919049"/>
                <a:gd name="connsiteY1-754" fmla="*/ 2745810 h 3057443"/>
                <a:gd name="connsiteX2-755" fmla="*/ 534837 w 7919049"/>
                <a:gd name="connsiteY2-756" fmla="*/ 2003938 h 3057443"/>
                <a:gd name="connsiteX3-757" fmla="*/ 776377 w 7919049"/>
                <a:gd name="connsiteY3-758" fmla="*/ 1279319 h 3057443"/>
                <a:gd name="connsiteX4-759" fmla="*/ 2139351 w 7919049"/>
                <a:gd name="connsiteY4-760" fmla="*/ 813494 h 3057443"/>
                <a:gd name="connsiteX5-761" fmla="*/ 2355195 w 7919049"/>
                <a:gd name="connsiteY5-762" fmla="*/ 1545975 h 3057443"/>
                <a:gd name="connsiteX6-763" fmla="*/ 2639683 w 7919049"/>
                <a:gd name="connsiteY6-764" fmla="*/ 2763063 h 3057443"/>
                <a:gd name="connsiteX7-765" fmla="*/ 3433313 w 7919049"/>
                <a:gd name="connsiteY7-766" fmla="*/ 2970096 h 3057443"/>
                <a:gd name="connsiteX8-767" fmla="*/ 3605841 w 7919049"/>
                <a:gd name="connsiteY8-768" fmla="*/ 2487018 h 3057443"/>
                <a:gd name="connsiteX9-769" fmla="*/ 3847381 w 7919049"/>
                <a:gd name="connsiteY9-770" fmla="*/ 2970097 h 3057443"/>
                <a:gd name="connsiteX10-771" fmla="*/ 5831456 w 7919049"/>
                <a:gd name="connsiteY10-772" fmla="*/ 2935591 h 3057443"/>
                <a:gd name="connsiteX11-773" fmla="*/ 6072996 w 7919049"/>
                <a:gd name="connsiteY11-774" fmla="*/ 2176468 h 3057443"/>
                <a:gd name="connsiteX12-775" fmla="*/ 6211019 w 7919049"/>
                <a:gd name="connsiteY12-776" fmla="*/ 2610 h 3057443"/>
                <a:gd name="connsiteX13-777" fmla="*/ 6832120 w 7919049"/>
                <a:gd name="connsiteY13-778" fmla="*/ 2659547 h 3057443"/>
                <a:gd name="connsiteX14-779" fmla="*/ 7177176 w 7919049"/>
                <a:gd name="connsiteY14-780" fmla="*/ 2901086 h 3057443"/>
                <a:gd name="connsiteX15-781" fmla="*/ 7919049 w 7919049"/>
                <a:gd name="connsiteY15-782" fmla="*/ 2883833 h 3057443"/>
                <a:gd name="connsiteX0-783" fmla="*/ 0 w 7919049"/>
                <a:gd name="connsiteY0-784" fmla="*/ 2797568 h 3057443"/>
                <a:gd name="connsiteX1-785" fmla="*/ 293298 w 7919049"/>
                <a:gd name="connsiteY1-786" fmla="*/ 2745810 h 3057443"/>
                <a:gd name="connsiteX2-787" fmla="*/ 534837 w 7919049"/>
                <a:gd name="connsiteY2-788" fmla="*/ 2003938 h 3057443"/>
                <a:gd name="connsiteX3-789" fmla="*/ 776377 w 7919049"/>
                <a:gd name="connsiteY3-790" fmla="*/ 1279319 h 3057443"/>
                <a:gd name="connsiteX4-791" fmla="*/ 2104845 w 7919049"/>
                <a:gd name="connsiteY4-792" fmla="*/ 1158550 h 3057443"/>
                <a:gd name="connsiteX5-793" fmla="*/ 2355195 w 7919049"/>
                <a:gd name="connsiteY5-794" fmla="*/ 1545975 h 3057443"/>
                <a:gd name="connsiteX6-795" fmla="*/ 2639683 w 7919049"/>
                <a:gd name="connsiteY6-796" fmla="*/ 2763063 h 3057443"/>
                <a:gd name="connsiteX7-797" fmla="*/ 3433313 w 7919049"/>
                <a:gd name="connsiteY7-798" fmla="*/ 2970096 h 3057443"/>
                <a:gd name="connsiteX8-799" fmla="*/ 3605841 w 7919049"/>
                <a:gd name="connsiteY8-800" fmla="*/ 2487018 h 3057443"/>
                <a:gd name="connsiteX9-801" fmla="*/ 3847381 w 7919049"/>
                <a:gd name="connsiteY9-802" fmla="*/ 2970097 h 3057443"/>
                <a:gd name="connsiteX10-803" fmla="*/ 5831456 w 7919049"/>
                <a:gd name="connsiteY10-804" fmla="*/ 2935591 h 3057443"/>
                <a:gd name="connsiteX11-805" fmla="*/ 6072996 w 7919049"/>
                <a:gd name="connsiteY11-806" fmla="*/ 2176468 h 3057443"/>
                <a:gd name="connsiteX12-807" fmla="*/ 6211019 w 7919049"/>
                <a:gd name="connsiteY12-808" fmla="*/ 2610 h 3057443"/>
                <a:gd name="connsiteX13-809" fmla="*/ 6832120 w 7919049"/>
                <a:gd name="connsiteY13-810" fmla="*/ 2659547 h 3057443"/>
                <a:gd name="connsiteX14-811" fmla="*/ 7177176 w 7919049"/>
                <a:gd name="connsiteY14-812" fmla="*/ 2901086 h 3057443"/>
                <a:gd name="connsiteX15-813" fmla="*/ 7919049 w 7919049"/>
                <a:gd name="connsiteY15-814" fmla="*/ 2883833 h 3057443"/>
                <a:gd name="connsiteX0-815" fmla="*/ 0 w 7919049"/>
                <a:gd name="connsiteY0-816" fmla="*/ 2797568 h 3057443"/>
                <a:gd name="connsiteX1-817" fmla="*/ 293298 w 7919049"/>
                <a:gd name="connsiteY1-818" fmla="*/ 2745810 h 3057443"/>
                <a:gd name="connsiteX2-819" fmla="*/ 534837 w 7919049"/>
                <a:gd name="connsiteY2-820" fmla="*/ 2003938 h 3057443"/>
                <a:gd name="connsiteX3-821" fmla="*/ 612659 w 7919049"/>
                <a:gd name="connsiteY3-822" fmla="*/ 1425205 h 3057443"/>
                <a:gd name="connsiteX4-823" fmla="*/ 776377 w 7919049"/>
                <a:gd name="connsiteY4-824" fmla="*/ 1279319 h 3057443"/>
                <a:gd name="connsiteX5-825" fmla="*/ 2104845 w 7919049"/>
                <a:gd name="connsiteY5-826" fmla="*/ 1158550 h 3057443"/>
                <a:gd name="connsiteX6-827" fmla="*/ 2355195 w 7919049"/>
                <a:gd name="connsiteY6-828" fmla="*/ 1545975 h 3057443"/>
                <a:gd name="connsiteX7-829" fmla="*/ 2639683 w 7919049"/>
                <a:gd name="connsiteY7-830" fmla="*/ 2763063 h 3057443"/>
                <a:gd name="connsiteX8-831" fmla="*/ 3433313 w 7919049"/>
                <a:gd name="connsiteY8-832" fmla="*/ 2970096 h 3057443"/>
                <a:gd name="connsiteX9-833" fmla="*/ 3605841 w 7919049"/>
                <a:gd name="connsiteY9-834" fmla="*/ 2487018 h 3057443"/>
                <a:gd name="connsiteX10-835" fmla="*/ 3847381 w 7919049"/>
                <a:gd name="connsiteY10-836" fmla="*/ 2970097 h 3057443"/>
                <a:gd name="connsiteX11-837" fmla="*/ 5831456 w 7919049"/>
                <a:gd name="connsiteY11-838" fmla="*/ 2935591 h 3057443"/>
                <a:gd name="connsiteX12-839" fmla="*/ 6072996 w 7919049"/>
                <a:gd name="connsiteY12-840" fmla="*/ 2176468 h 3057443"/>
                <a:gd name="connsiteX13-841" fmla="*/ 6211019 w 7919049"/>
                <a:gd name="connsiteY13-842" fmla="*/ 2610 h 3057443"/>
                <a:gd name="connsiteX14-843" fmla="*/ 6832120 w 7919049"/>
                <a:gd name="connsiteY14-844" fmla="*/ 2659547 h 3057443"/>
                <a:gd name="connsiteX15-845" fmla="*/ 7177176 w 7919049"/>
                <a:gd name="connsiteY15-846" fmla="*/ 2901086 h 3057443"/>
                <a:gd name="connsiteX16" fmla="*/ 7919049 w 7919049"/>
                <a:gd name="connsiteY16" fmla="*/ 2883833 h 3057443"/>
                <a:gd name="connsiteX0-847" fmla="*/ 0 w 7919049"/>
                <a:gd name="connsiteY0-848" fmla="*/ 2797568 h 3057443"/>
                <a:gd name="connsiteX1-849" fmla="*/ 293298 w 7919049"/>
                <a:gd name="connsiteY1-850" fmla="*/ 2745810 h 3057443"/>
                <a:gd name="connsiteX2-851" fmla="*/ 534837 w 7919049"/>
                <a:gd name="connsiteY2-852" fmla="*/ 2003938 h 3057443"/>
                <a:gd name="connsiteX3-853" fmla="*/ 612659 w 7919049"/>
                <a:gd name="connsiteY3-854" fmla="*/ 1425205 h 3057443"/>
                <a:gd name="connsiteX4-855" fmla="*/ 741871 w 7919049"/>
                <a:gd name="connsiteY4-856" fmla="*/ 1193055 h 3057443"/>
                <a:gd name="connsiteX5-857" fmla="*/ 2104845 w 7919049"/>
                <a:gd name="connsiteY5-858" fmla="*/ 1158550 h 3057443"/>
                <a:gd name="connsiteX6-859" fmla="*/ 2355195 w 7919049"/>
                <a:gd name="connsiteY6-860" fmla="*/ 1545975 h 3057443"/>
                <a:gd name="connsiteX7-861" fmla="*/ 2639683 w 7919049"/>
                <a:gd name="connsiteY7-862" fmla="*/ 2763063 h 3057443"/>
                <a:gd name="connsiteX8-863" fmla="*/ 3433313 w 7919049"/>
                <a:gd name="connsiteY8-864" fmla="*/ 2970096 h 3057443"/>
                <a:gd name="connsiteX9-865" fmla="*/ 3605841 w 7919049"/>
                <a:gd name="connsiteY9-866" fmla="*/ 2487018 h 3057443"/>
                <a:gd name="connsiteX10-867" fmla="*/ 3847381 w 7919049"/>
                <a:gd name="connsiteY10-868" fmla="*/ 2970097 h 3057443"/>
                <a:gd name="connsiteX11-869" fmla="*/ 5831456 w 7919049"/>
                <a:gd name="connsiteY11-870" fmla="*/ 2935591 h 3057443"/>
                <a:gd name="connsiteX12-871" fmla="*/ 6072996 w 7919049"/>
                <a:gd name="connsiteY12-872" fmla="*/ 2176468 h 3057443"/>
                <a:gd name="connsiteX13-873" fmla="*/ 6211019 w 7919049"/>
                <a:gd name="connsiteY13-874" fmla="*/ 2610 h 3057443"/>
                <a:gd name="connsiteX14-875" fmla="*/ 6832120 w 7919049"/>
                <a:gd name="connsiteY14-876" fmla="*/ 2659547 h 3057443"/>
                <a:gd name="connsiteX15-877" fmla="*/ 7177176 w 7919049"/>
                <a:gd name="connsiteY15-878" fmla="*/ 2901086 h 3057443"/>
                <a:gd name="connsiteX16-879" fmla="*/ 7919049 w 7919049"/>
                <a:gd name="connsiteY16-880" fmla="*/ 2883833 h 3057443"/>
                <a:gd name="connsiteX0-881" fmla="*/ 0 w 7919049"/>
                <a:gd name="connsiteY0-882" fmla="*/ 2797568 h 3057443"/>
                <a:gd name="connsiteX1-883" fmla="*/ 293298 w 7919049"/>
                <a:gd name="connsiteY1-884" fmla="*/ 2745810 h 3057443"/>
                <a:gd name="connsiteX2-885" fmla="*/ 534837 w 7919049"/>
                <a:gd name="connsiteY2-886" fmla="*/ 2003938 h 3057443"/>
                <a:gd name="connsiteX3-887" fmla="*/ 612659 w 7919049"/>
                <a:gd name="connsiteY3-888" fmla="*/ 1425205 h 3057443"/>
                <a:gd name="connsiteX4-889" fmla="*/ 759124 w 7919049"/>
                <a:gd name="connsiteY4-890" fmla="*/ 1141296 h 3057443"/>
                <a:gd name="connsiteX5-891" fmla="*/ 2104845 w 7919049"/>
                <a:gd name="connsiteY5-892" fmla="*/ 1158550 h 3057443"/>
                <a:gd name="connsiteX6-893" fmla="*/ 2355195 w 7919049"/>
                <a:gd name="connsiteY6-894" fmla="*/ 1545975 h 3057443"/>
                <a:gd name="connsiteX7-895" fmla="*/ 2639683 w 7919049"/>
                <a:gd name="connsiteY7-896" fmla="*/ 2763063 h 3057443"/>
                <a:gd name="connsiteX8-897" fmla="*/ 3433313 w 7919049"/>
                <a:gd name="connsiteY8-898" fmla="*/ 2970096 h 3057443"/>
                <a:gd name="connsiteX9-899" fmla="*/ 3605841 w 7919049"/>
                <a:gd name="connsiteY9-900" fmla="*/ 2487018 h 3057443"/>
                <a:gd name="connsiteX10-901" fmla="*/ 3847381 w 7919049"/>
                <a:gd name="connsiteY10-902" fmla="*/ 2970097 h 3057443"/>
                <a:gd name="connsiteX11-903" fmla="*/ 5831456 w 7919049"/>
                <a:gd name="connsiteY11-904" fmla="*/ 2935591 h 3057443"/>
                <a:gd name="connsiteX12-905" fmla="*/ 6072996 w 7919049"/>
                <a:gd name="connsiteY12-906" fmla="*/ 2176468 h 3057443"/>
                <a:gd name="connsiteX13-907" fmla="*/ 6211019 w 7919049"/>
                <a:gd name="connsiteY13-908" fmla="*/ 2610 h 3057443"/>
                <a:gd name="connsiteX14-909" fmla="*/ 6832120 w 7919049"/>
                <a:gd name="connsiteY14-910" fmla="*/ 2659547 h 3057443"/>
                <a:gd name="connsiteX15-911" fmla="*/ 7177176 w 7919049"/>
                <a:gd name="connsiteY15-912" fmla="*/ 2901086 h 3057443"/>
                <a:gd name="connsiteX16-913" fmla="*/ 7919049 w 7919049"/>
                <a:gd name="connsiteY16-914" fmla="*/ 2883833 h 3057443"/>
                <a:gd name="connsiteX0-915" fmla="*/ 0 w 7919049"/>
                <a:gd name="connsiteY0-916" fmla="*/ 2797568 h 3057443"/>
                <a:gd name="connsiteX1-917" fmla="*/ 293298 w 7919049"/>
                <a:gd name="connsiteY1-918" fmla="*/ 2745810 h 3057443"/>
                <a:gd name="connsiteX2-919" fmla="*/ 534837 w 7919049"/>
                <a:gd name="connsiteY2-920" fmla="*/ 2003938 h 3057443"/>
                <a:gd name="connsiteX3-921" fmla="*/ 612659 w 7919049"/>
                <a:gd name="connsiteY3-922" fmla="*/ 1425205 h 3057443"/>
                <a:gd name="connsiteX4-923" fmla="*/ 759124 w 7919049"/>
                <a:gd name="connsiteY4-924" fmla="*/ 1141296 h 3057443"/>
                <a:gd name="connsiteX5-925" fmla="*/ 2104845 w 7919049"/>
                <a:gd name="connsiteY5-926" fmla="*/ 1158550 h 3057443"/>
                <a:gd name="connsiteX6-927" fmla="*/ 2355195 w 7919049"/>
                <a:gd name="connsiteY6-928" fmla="*/ 1545975 h 3057443"/>
                <a:gd name="connsiteX7-929" fmla="*/ 2639683 w 7919049"/>
                <a:gd name="connsiteY7-930" fmla="*/ 2763063 h 3057443"/>
                <a:gd name="connsiteX8-931" fmla="*/ 3433313 w 7919049"/>
                <a:gd name="connsiteY8-932" fmla="*/ 2970096 h 3057443"/>
                <a:gd name="connsiteX9-933" fmla="*/ 3605841 w 7919049"/>
                <a:gd name="connsiteY9-934" fmla="*/ 2487018 h 3057443"/>
                <a:gd name="connsiteX10-935" fmla="*/ 3847381 w 7919049"/>
                <a:gd name="connsiteY10-936" fmla="*/ 2970097 h 3057443"/>
                <a:gd name="connsiteX11-937" fmla="*/ 5831456 w 7919049"/>
                <a:gd name="connsiteY11-938" fmla="*/ 2935591 h 3057443"/>
                <a:gd name="connsiteX12-939" fmla="*/ 6072996 w 7919049"/>
                <a:gd name="connsiteY12-940" fmla="*/ 2176468 h 3057443"/>
                <a:gd name="connsiteX13-941" fmla="*/ 6211019 w 7919049"/>
                <a:gd name="connsiteY13-942" fmla="*/ 2610 h 3057443"/>
                <a:gd name="connsiteX14-943" fmla="*/ 6832120 w 7919049"/>
                <a:gd name="connsiteY14-944" fmla="*/ 2659547 h 3057443"/>
                <a:gd name="connsiteX15-945" fmla="*/ 7177176 w 7919049"/>
                <a:gd name="connsiteY15-946" fmla="*/ 2901086 h 3057443"/>
                <a:gd name="connsiteX16-947" fmla="*/ 7919049 w 7919049"/>
                <a:gd name="connsiteY16-948" fmla="*/ 2883833 h 3057443"/>
                <a:gd name="connsiteX0-949" fmla="*/ 0 w 7919049"/>
                <a:gd name="connsiteY0-950" fmla="*/ 2797568 h 3057443"/>
                <a:gd name="connsiteX1-951" fmla="*/ 293298 w 7919049"/>
                <a:gd name="connsiteY1-952" fmla="*/ 2745810 h 3057443"/>
                <a:gd name="connsiteX2-953" fmla="*/ 534837 w 7919049"/>
                <a:gd name="connsiteY2-954" fmla="*/ 2003938 h 3057443"/>
                <a:gd name="connsiteX3-955" fmla="*/ 612659 w 7919049"/>
                <a:gd name="connsiteY3-956" fmla="*/ 1425205 h 3057443"/>
                <a:gd name="connsiteX4-957" fmla="*/ 759124 w 7919049"/>
                <a:gd name="connsiteY4-958" fmla="*/ 1141296 h 3057443"/>
                <a:gd name="connsiteX5-959" fmla="*/ 2104845 w 7919049"/>
                <a:gd name="connsiteY5-960" fmla="*/ 1158550 h 3057443"/>
                <a:gd name="connsiteX6-961" fmla="*/ 2355195 w 7919049"/>
                <a:gd name="connsiteY6-962" fmla="*/ 1545975 h 3057443"/>
                <a:gd name="connsiteX7-963" fmla="*/ 2639683 w 7919049"/>
                <a:gd name="connsiteY7-964" fmla="*/ 2763063 h 3057443"/>
                <a:gd name="connsiteX8-965" fmla="*/ 3433313 w 7919049"/>
                <a:gd name="connsiteY8-966" fmla="*/ 2970096 h 3057443"/>
                <a:gd name="connsiteX9-967" fmla="*/ 3605841 w 7919049"/>
                <a:gd name="connsiteY9-968" fmla="*/ 2487018 h 3057443"/>
                <a:gd name="connsiteX10-969" fmla="*/ 3847381 w 7919049"/>
                <a:gd name="connsiteY10-970" fmla="*/ 2970097 h 3057443"/>
                <a:gd name="connsiteX11-971" fmla="*/ 5831456 w 7919049"/>
                <a:gd name="connsiteY11-972" fmla="*/ 2935591 h 3057443"/>
                <a:gd name="connsiteX12-973" fmla="*/ 6072996 w 7919049"/>
                <a:gd name="connsiteY12-974" fmla="*/ 2176468 h 3057443"/>
                <a:gd name="connsiteX13-975" fmla="*/ 6211019 w 7919049"/>
                <a:gd name="connsiteY13-976" fmla="*/ 2610 h 3057443"/>
                <a:gd name="connsiteX14-977" fmla="*/ 6832120 w 7919049"/>
                <a:gd name="connsiteY14-978" fmla="*/ 2659547 h 3057443"/>
                <a:gd name="connsiteX15-979" fmla="*/ 7177176 w 7919049"/>
                <a:gd name="connsiteY15-980" fmla="*/ 2901086 h 3057443"/>
                <a:gd name="connsiteX16-981" fmla="*/ 7919049 w 7919049"/>
                <a:gd name="connsiteY16-982" fmla="*/ 2883833 h 3057443"/>
                <a:gd name="connsiteX0-983" fmla="*/ 0 w 7919049"/>
                <a:gd name="connsiteY0-984" fmla="*/ 2797568 h 3057443"/>
                <a:gd name="connsiteX1-985" fmla="*/ 293298 w 7919049"/>
                <a:gd name="connsiteY1-986" fmla="*/ 2745810 h 3057443"/>
                <a:gd name="connsiteX2-987" fmla="*/ 534837 w 7919049"/>
                <a:gd name="connsiteY2-988" fmla="*/ 2003938 h 3057443"/>
                <a:gd name="connsiteX3-989" fmla="*/ 612659 w 7919049"/>
                <a:gd name="connsiteY3-990" fmla="*/ 1425205 h 3057443"/>
                <a:gd name="connsiteX4-991" fmla="*/ 759124 w 7919049"/>
                <a:gd name="connsiteY4-992" fmla="*/ 1141296 h 3057443"/>
                <a:gd name="connsiteX5-993" fmla="*/ 2104845 w 7919049"/>
                <a:gd name="connsiteY5-994" fmla="*/ 1158550 h 3057443"/>
                <a:gd name="connsiteX6-995" fmla="*/ 2355195 w 7919049"/>
                <a:gd name="connsiteY6-996" fmla="*/ 1545975 h 3057443"/>
                <a:gd name="connsiteX7-997" fmla="*/ 2639683 w 7919049"/>
                <a:gd name="connsiteY7-998" fmla="*/ 2763063 h 3057443"/>
                <a:gd name="connsiteX8-999" fmla="*/ 3433313 w 7919049"/>
                <a:gd name="connsiteY8-1000" fmla="*/ 2970096 h 3057443"/>
                <a:gd name="connsiteX9-1001" fmla="*/ 3605841 w 7919049"/>
                <a:gd name="connsiteY9-1002" fmla="*/ 2487018 h 3057443"/>
                <a:gd name="connsiteX10-1003" fmla="*/ 3847381 w 7919049"/>
                <a:gd name="connsiteY10-1004" fmla="*/ 2970097 h 3057443"/>
                <a:gd name="connsiteX11-1005" fmla="*/ 5831456 w 7919049"/>
                <a:gd name="connsiteY11-1006" fmla="*/ 2935591 h 3057443"/>
                <a:gd name="connsiteX12-1007" fmla="*/ 6072996 w 7919049"/>
                <a:gd name="connsiteY12-1008" fmla="*/ 2176468 h 3057443"/>
                <a:gd name="connsiteX13-1009" fmla="*/ 6211019 w 7919049"/>
                <a:gd name="connsiteY13-1010" fmla="*/ 2610 h 3057443"/>
                <a:gd name="connsiteX14-1011" fmla="*/ 6832120 w 7919049"/>
                <a:gd name="connsiteY14-1012" fmla="*/ 2659547 h 3057443"/>
                <a:gd name="connsiteX15-1013" fmla="*/ 7177176 w 7919049"/>
                <a:gd name="connsiteY15-1014" fmla="*/ 2901086 h 3057443"/>
                <a:gd name="connsiteX16-1015" fmla="*/ 7919049 w 7919049"/>
                <a:gd name="connsiteY16-1016" fmla="*/ 2883833 h 3057443"/>
                <a:gd name="connsiteX0-1017" fmla="*/ 0 w 7919049"/>
                <a:gd name="connsiteY0-1018" fmla="*/ 2797568 h 3057443"/>
                <a:gd name="connsiteX1-1019" fmla="*/ 293298 w 7919049"/>
                <a:gd name="connsiteY1-1020" fmla="*/ 2745810 h 3057443"/>
                <a:gd name="connsiteX2-1021" fmla="*/ 534837 w 7919049"/>
                <a:gd name="connsiteY2-1022" fmla="*/ 2003938 h 3057443"/>
                <a:gd name="connsiteX3-1023" fmla="*/ 612659 w 7919049"/>
                <a:gd name="connsiteY3-1024" fmla="*/ 1425205 h 3057443"/>
                <a:gd name="connsiteX4-1025" fmla="*/ 759124 w 7919049"/>
                <a:gd name="connsiteY4-1026" fmla="*/ 1141296 h 3057443"/>
                <a:gd name="connsiteX5-1027" fmla="*/ 2104845 w 7919049"/>
                <a:gd name="connsiteY5-1028" fmla="*/ 1158550 h 3057443"/>
                <a:gd name="connsiteX6-1029" fmla="*/ 2355195 w 7919049"/>
                <a:gd name="connsiteY6-1030" fmla="*/ 1545975 h 3057443"/>
                <a:gd name="connsiteX7-1031" fmla="*/ 2639683 w 7919049"/>
                <a:gd name="connsiteY7-1032" fmla="*/ 2763063 h 3057443"/>
                <a:gd name="connsiteX8-1033" fmla="*/ 3433313 w 7919049"/>
                <a:gd name="connsiteY8-1034" fmla="*/ 2970096 h 3057443"/>
                <a:gd name="connsiteX9-1035" fmla="*/ 3605841 w 7919049"/>
                <a:gd name="connsiteY9-1036" fmla="*/ 2487018 h 3057443"/>
                <a:gd name="connsiteX10-1037" fmla="*/ 3847381 w 7919049"/>
                <a:gd name="connsiteY10-1038" fmla="*/ 2970097 h 3057443"/>
                <a:gd name="connsiteX11-1039" fmla="*/ 5831456 w 7919049"/>
                <a:gd name="connsiteY11-1040" fmla="*/ 2935591 h 3057443"/>
                <a:gd name="connsiteX12-1041" fmla="*/ 6072996 w 7919049"/>
                <a:gd name="connsiteY12-1042" fmla="*/ 2176468 h 3057443"/>
                <a:gd name="connsiteX13-1043" fmla="*/ 6211019 w 7919049"/>
                <a:gd name="connsiteY13-1044" fmla="*/ 2610 h 3057443"/>
                <a:gd name="connsiteX14-1045" fmla="*/ 6832120 w 7919049"/>
                <a:gd name="connsiteY14-1046" fmla="*/ 2659547 h 3057443"/>
                <a:gd name="connsiteX15-1047" fmla="*/ 7177176 w 7919049"/>
                <a:gd name="connsiteY15-1048" fmla="*/ 2901086 h 3057443"/>
                <a:gd name="connsiteX16-1049" fmla="*/ 7919049 w 7919049"/>
                <a:gd name="connsiteY16-1050" fmla="*/ 2883833 h 3057443"/>
                <a:gd name="connsiteX0-1051" fmla="*/ 0 w 7919049"/>
                <a:gd name="connsiteY0-1052" fmla="*/ 2797568 h 3057443"/>
                <a:gd name="connsiteX1-1053" fmla="*/ 293298 w 7919049"/>
                <a:gd name="connsiteY1-1054" fmla="*/ 2745810 h 3057443"/>
                <a:gd name="connsiteX2-1055" fmla="*/ 534837 w 7919049"/>
                <a:gd name="connsiteY2-1056" fmla="*/ 2003938 h 3057443"/>
                <a:gd name="connsiteX3-1057" fmla="*/ 612659 w 7919049"/>
                <a:gd name="connsiteY3-1058" fmla="*/ 1425205 h 3057443"/>
                <a:gd name="connsiteX4-1059" fmla="*/ 759124 w 7919049"/>
                <a:gd name="connsiteY4-1060" fmla="*/ 1141296 h 3057443"/>
                <a:gd name="connsiteX5-1061" fmla="*/ 2104845 w 7919049"/>
                <a:gd name="connsiteY5-1062" fmla="*/ 1158550 h 3057443"/>
                <a:gd name="connsiteX6-1063" fmla="*/ 2424206 w 7919049"/>
                <a:gd name="connsiteY6-1064" fmla="*/ 1891031 h 3057443"/>
                <a:gd name="connsiteX7-1065" fmla="*/ 2639683 w 7919049"/>
                <a:gd name="connsiteY7-1066" fmla="*/ 2763063 h 3057443"/>
                <a:gd name="connsiteX8-1067" fmla="*/ 3433313 w 7919049"/>
                <a:gd name="connsiteY8-1068" fmla="*/ 2970096 h 3057443"/>
                <a:gd name="connsiteX9-1069" fmla="*/ 3605841 w 7919049"/>
                <a:gd name="connsiteY9-1070" fmla="*/ 2487018 h 3057443"/>
                <a:gd name="connsiteX10-1071" fmla="*/ 3847381 w 7919049"/>
                <a:gd name="connsiteY10-1072" fmla="*/ 2970097 h 3057443"/>
                <a:gd name="connsiteX11-1073" fmla="*/ 5831456 w 7919049"/>
                <a:gd name="connsiteY11-1074" fmla="*/ 2935591 h 3057443"/>
                <a:gd name="connsiteX12-1075" fmla="*/ 6072996 w 7919049"/>
                <a:gd name="connsiteY12-1076" fmla="*/ 2176468 h 3057443"/>
                <a:gd name="connsiteX13-1077" fmla="*/ 6211019 w 7919049"/>
                <a:gd name="connsiteY13-1078" fmla="*/ 2610 h 3057443"/>
                <a:gd name="connsiteX14-1079" fmla="*/ 6832120 w 7919049"/>
                <a:gd name="connsiteY14-1080" fmla="*/ 2659547 h 3057443"/>
                <a:gd name="connsiteX15-1081" fmla="*/ 7177176 w 7919049"/>
                <a:gd name="connsiteY15-1082" fmla="*/ 2901086 h 3057443"/>
                <a:gd name="connsiteX16-1083" fmla="*/ 7919049 w 7919049"/>
                <a:gd name="connsiteY16-1084" fmla="*/ 2883833 h 3057443"/>
                <a:gd name="connsiteX0-1085" fmla="*/ 0 w 7919049"/>
                <a:gd name="connsiteY0-1086" fmla="*/ 2797568 h 3057443"/>
                <a:gd name="connsiteX1-1087" fmla="*/ 293298 w 7919049"/>
                <a:gd name="connsiteY1-1088" fmla="*/ 2745810 h 3057443"/>
                <a:gd name="connsiteX2-1089" fmla="*/ 534837 w 7919049"/>
                <a:gd name="connsiteY2-1090" fmla="*/ 2003938 h 3057443"/>
                <a:gd name="connsiteX3-1091" fmla="*/ 612659 w 7919049"/>
                <a:gd name="connsiteY3-1092" fmla="*/ 1425205 h 3057443"/>
                <a:gd name="connsiteX4-1093" fmla="*/ 759124 w 7919049"/>
                <a:gd name="connsiteY4-1094" fmla="*/ 1141296 h 3057443"/>
                <a:gd name="connsiteX5-1095" fmla="*/ 2104845 w 7919049"/>
                <a:gd name="connsiteY5-1096" fmla="*/ 1158550 h 3057443"/>
                <a:gd name="connsiteX6-1097" fmla="*/ 2424206 w 7919049"/>
                <a:gd name="connsiteY6-1098" fmla="*/ 1891031 h 3057443"/>
                <a:gd name="connsiteX7-1099" fmla="*/ 2639683 w 7919049"/>
                <a:gd name="connsiteY7-1100" fmla="*/ 2763063 h 3057443"/>
                <a:gd name="connsiteX8-1101" fmla="*/ 3433313 w 7919049"/>
                <a:gd name="connsiteY8-1102" fmla="*/ 2970096 h 3057443"/>
                <a:gd name="connsiteX9-1103" fmla="*/ 3605841 w 7919049"/>
                <a:gd name="connsiteY9-1104" fmla="*/ 2487018 h 3057443"/>
                <a:gd name="connsiteX10-1105" fmla="*/ 3847381 w 7919049"/>
                <a:gd name="connsiteY10-1106" fmla="*/ 2970097 h 3057443"/>
                <a:gd name="connsiteX11-1107" fmla="*/ 5831456 w 7919049"/>
                <a:gd name="connsiteY11-1108" fmla="*/ 2935591 h 3057443"/>
                <a:gd name="connsiteX12-1109" fmla="*/ 6072996 w 7919049"/>
                <a:gd name="connsiteY12-1110" fmla="*/ 2176468 h 3057443"/>
                <a:gd name="connsiteX13-1111" fmla="*/ 6211019 w 7919049"/>
                <a:gd name="connsiteY13-1112" fmla="*/ 2610 h 3057443"/>
                <a:gd name="connsiteX14-1113" fmla="*/ 6832120 w 7919049"/>
                <a:gd name="connsiteY14-1114" fmla="*/ 2659547 h 3057443"/>
                <a:gd name="connsiteX15-1115" fmla="*/ 7177176 w 7919049"/>
                <a:gd name="connsiteY15-1116" fmla="*/ 2901086 h 3057443"/>
                <a:gd name="connsiteX16-1117" fmla="*/ 7919049 w 7919049"/>
                <a:gd name="connsiteY16-1118" fmla="*/ 2883833 h 3057443"/>
                <a:gd name="connsiteX0-1119" fmla="*/ 0 w 7919049"/>
                <a:gd name="connsiteY0-1120" fmla="*/ 2797568 h 3057443"/>
                <a:gd name="connsiteX1-1121" fmla="*/ 414068 w 7919049"/>
                <a:gd name="connsiteY1-1122" fmla="*/ 2763062 h 3057443"/>
                <a:gd name="connsiteX2-1123" fmla="*/ 534837 w 7919049"/>
                <a:gd name="connsiteY2-1124" fmla="*/ 2003938 h 3057443"/>
                <a:gd name="connsiteX3-1125" fmla="*/ 612659 w 7919049"/>
                <a:gd name="connsiteY3-1126" fmla="*/ 1425205 h 3057443"/>
                <a:gd name="connsiteX4-1127" fmla="*/ 759124 w 7919049"/>
                <a:gd name="connsiteY4-1128" fmla="*/ 1141296 h 3057443"/>
                <a:gd name="connsiteX5-1129" fmla="*/ 2104845 w 7919049"/>
                <a:gd name="connsiteY5-1130" fmla="*/ 1158550 h 3057443"/>
                <a:gd name="connsiteX6-1131" fmla="*/ 2424206 w 7919049"/>
                <a:gd name="connsiteY6-1132" fmla="*/ 1891031 h 3057443"/>
                <a:gd name="connsiteX7-1133" fmla="*/ 2639683 w 7919049"/>
                <a:gd name="connsiteY7-1134" fmla="*/ 2763063 h 3057443"/>
                <a:gd name="connsiteX8-1135" fmla="*/ 3433313 w 7919049"/>
                <a:gd name="connsiteY8-1136" fmla="*/ 2970096 h 3057443"/>
                <a:gd name="connsiteX9-1137" fmla="*/ 3605841 w 7919049"/>
                <a:gd name="connsiteY9-1138" fmla="*/ 2487018 h 3057443"/>
                <a:gd name="connsiteX10-1139" fmla="*/ 3847381 w 7919049"/>
                <a:gd name="connsiteY10-1140" fmla="*/ 2970097 h 3057443"/>
                <a:gd name="connsiteX11-1141" fmla="*/ 5831456 w 7919049"/>
                <a:gd name="connsiteY11-1142" fmla="*/ 2935591 h 3057443"/>
                <a:gd name="connsiteX12-1143" fmla="*/ 6072996 w 7919049"/>
                <a:gd name="connsiteY12-1144" fmla="*/ 2176468 h 3057443"/>
                <a:gd name="connsiteX13-1145" fmla="*/ 6211019 w 7919049"/>
                <a:gd name="connsiteY13-1146" fmla="*/ 2610 h 3057443"/>
                <a:gd name="connsiteX14-1147" fmla="*/ 6832120 w 7919049"/>
                <a:gd name="connsiteY14-1148" fmla="*/ 2659547 h 3057443"/>
                <a:gd name="connsiteX15-1149" fmla="*/ 7177176 w 7919049"/>
                <a:gd name="connsiteY15-1150" fmla="*/ 2901086 h 3057443"/>
                <a:gd name="connsiteX16-1151" fmla="*/ 7919049 w 7919049"/>
                <a:gd name="connsiteY16-1152" fmla="*/ 2883833 h 3057443"/>
                <a:gd name="connsiteX0-1153" fmla="*/ 0 w 7919049"/>
                <a:gd name="connsiteY0-1154" fmla="*/ 2797568 h 3057443"/>
                <a:gd name="connsiteX1-1155" fmla="*/ 414068 w 7919049"/>
                <a:gd name="connsiteY1-1156" fmla="*/ 2763062 h 3057443"/>
                <a:gd name="connsiteX2-1157" fmla="*/ 534837 w 7919049"/>
                <a:gd name="connsiteY2-1158" fmla="*/ 2003938 h 3057443"/>
                <a:gd name="connsiteX3-1159" fmla="*/ 612659 w 7919049"/>
                <a:gd name="connsiteY3-1160" fmla="*/ 1425205 h 3057443"/>
                <a:gd name="connsiteX4-1161" fmla="*/ 759124 w 7919049"/>
                <a:gd name="connsiteY4-1162" fmla="*/ 1141296 h 3057443"/>
                <a:gd name="connsiteX5-1163" fmla="*/ 2104845 w 7919049"/>
                <a:gd name="connsiteY5-1164" fmla="*/ 1158550 h 3057443"/>
                <a:gd name="connsiteX6-1165" fmla="*/ 2424206 w 7919049"/>
                <a:gd name="connsiteY6-1166" fmla="*/ 1891031 h 3057443"/>
                <a:gd name="connsiteX7-1167" fmla="*/ 2639683 w 7919049"/>
                <a:gd name="connsiteY7-1168" fmla="*/ 2763063 h 3057443"/>
                <a:gd name="connsiteX8-1169" fmla="*/ 3433313 w 7919049"/>
                <a:gd name="connsiteY8-1170" fmla="*/ 2970096 h 3057443"/>
                <a:gd name="connsiteX9-1171" fmla="*/ 3605841 w 7919049"/>
                <a:gd name="connsiteY9-1172" fmla="*/ 2487018 h 3057443"/>
                <a:gd name="connsiteX10-1173" fmla="*/ 3847381 w 7919049"/>
                <a:gd name="connsiteY10-1174" fmla="*/ 2970097 h 3057443"/>
                <a:gd name="connsiteX11-1175" fmla="*/ 5831456 w 7919049"/>
                <a:gd name="connsiteY11-1176" fmla="*/ 2935591 h 3057443"/>
                <a:gd name="connsiteX12-1177" fmla="*/ 6072996 w 7919049"/>
                <a:gd name="connsiteY12-1178" fmla="*/ 2176468 h 3057443"/>
                <a:gd name="connsiteX13-1179" fmla="*/ 6211019 w 7919049"/>
                <a:gd name="connsiteY13-1180" fmla="*/ 2610 h 3057443"/>
                <a:gd name="connsiteX14-1181" fmla="*/ 6832120 w 7919049"/>
                <a:gd name="connsiteY14-1182" fmla="*/ 2659547 h 3057443"/>
                <a:gd name="connsiteX15-1183" fmla="*/ 7177176 w 7919049"/>
                <a:gd name="connsiteY15-1184" fmla="*/ 2901086 h 3057443"/>
                <a:gd name="connsiteX16-1185" fmla="*/ 7919049 w 7919049"/>
                <a:gd name="connsiteY16-1186" fmla="*/ 2883833 h 3057443"/>
                <a:gd name="connsiteX0-1187" fmla="*/ 0 w 7919049"/>
                <a:gd name="connsiteY0-1188" fmla="*/ 2797568 h 3057443"/>
                <a:gd name="connsiteX1-1189" fmla="*/ 414068 w 7919049"/>
                <a:gd name="connsiteY1-1190" fmla="*/ 2763062 h 3057443"/>
                <a:gd name="connsiteX2-1191" fmla="*/ 534837 w 7919049"/>
                <a:gd name="connsiteY2-1192" fmla="*/ 2003938 h 3057443"/>
                <a:gd name="connsiteX3-1193" fmla="*/ 612659 w 7919049"/>
                <a:gd name="connsiteY3-1194" fmla="*/ 1425205 h 3057443"/>
                <a:gd name="connsiteX4-1195" fmla="*/ 759124 w 7919049"/>
                <a:gd name="connsiteY4-1196" fmla="*/ 1141296 h 3057443"/>
                <a:gd name="connsiteX5-1197" fmla="*/ 2104845 w 7919049"/>
                <a:gd name="connsiteY5-1198" fmla="*/ 1158550 h 3057443"/>
                <a:gd name="connsiteX6-1199" fmla="*/ 2424206 w 7919049"/>
                <a:gd name="connsiteY6-1200" fmla="*/ 1891031 h 3057443"/>
                <a:gd name="connsiteX7-1201" fmla="*/ 2639683 w 7919049"/>
                <a:gd name="connsiteY7-1202" fmla="*/ 2763063 h 3057443"/>
                <a:gd name="connsiteX8-1203" fmla="*/ 3433313 w 7919049"/>
                <a:gd name="connsiteY8-1204" fmla="*/ 2970096 h 3057443"/>
                <a:gd name="connsiteX9-1205" fmla="*/ 3605841 w 7919049"/>
                <a:gd name="connsiteY9-1206" fmla="*/ 2487018 h 3057443"/>
                <a:gd name="connsiteX10-1207" fmla="*/ 3847381 w 7919049"/>
                <a:gd name="connsiteY10-1208" fmla="*/ 2970097 h 3057443"/>
                <a:gd name="connsiteX11-1209" fmla="*/ 5831456 w 7919049"/>
                <a:gd name="connsiteY11-1210" fmla="*/ 2935591 h 3057443"/>
                <a:gd name="connsiteX12-1211" fmla="*/ 6072996 w 7919049"/>
                <a:gd name="connsiteY12-1212" fmla="*/ 2176468 h 3057443"/>
                <a:gd name="connsiteX13-1213" fmla="*/ 6211019 w 7919049"/>
                <a:gd name="connsiteY13-1214" fmla="*/ 2610 h 3057443"/>
                <a:gd name="connsiteX14-1215" fmla="*/ 6832120 w 7919049"/>
                <a:gd name="connsiteY14-1216" fmla="*/ 2659547 h 3057443"/>
                <a:gd name="connsiteX15-1217" fmla="*/ 7177176 w 7919049"/>
                <a:gd name="connsiteY15-1218" fmla="*/ 2901086 h 3057443"/>
                <a:gd name="connsiteX16-1219" fmla="*/ 7919049 w 7919049"/>
                <a:gd name="connsiteY16-1220" fmla="*/ 2883833 h 3057443"/>
                <a:gd name="connsiteX0-1221" fmla="*/ 0 w 7919049"/>
                <a:gd name="connsiteY0-1222" fmla="*/ 2797568 h 3057443"/>
                <a:gd name="connsiteX1-1223" fmla="*/ 414068 w 7919049"/>
                <a:gd name="connsiteY1-1224" fmla="*/ 2763062 h 3057443"/>
                <a:gd name="connsiteX2-1225" fmla="*/ 534837 w 7919049"/>
                <a:gd name="connsiteY2-1226" fmla="*/ 2003938 h 3057443"/>
                <a:gd name="connsiteX3-1227" fmla="*/ 612659 w 7919049"/>
                <a:gd name="connsiteY3-1228" fmla="*/ 1425205 h 3057443"/>
                <a:gd name="connsiteX4-1229" fmla="*/ 828135 w 7919049"/>
                <a:gd name="connsiteY4-1230" fmla="*/ 1141296 h 3057443"/>
                <a:gd name="connsiteX5-1231" fmla="*/ 2104845 w 7919049"/>
                <a:gd name="connsiteY5-1232" fmla="*/ 1158550 h 3057443"/>
                <a:gd name="connsiteX6-1233" fmla="*/ 2424206 w 7919049"/>
                <a:gd name="connsiteY6-1234" fmla="*/ 1891031 h 3057443"/>
                <a:gd name="connsiteX7-1235" fmla="*/ 2639683 w 7919049"/>
                <a:gd name="connsiteY7-1236" fmla="*/ 2763063 h 3057443"/>
                <a:gd name="connsiteX8-1237" fmla="*/ 3433313 w 7919049"/>
                <a:gd name="connsiteY8-1238" fmla="*/ 2970096 h 3057443"/>
                <a:gd name="connsiteX9-1239" fmla="*/ 3605841 w 7919049"/>
                <a:gd name="connsiteY9-1240" fmla="*/ 2487018 h 3057443"/>
                <a:gd name="connsiteX10-1241" fmla="*/ 3847381 w 7919049"/>
                <a:gd name="connsiteY10-1242" fmla="*/ 2970097 h 3057443"/>
                <a:gd name="connsiteX11-1243" fmla="*/ 5831456 w 7919049"/>
                <a:gd name="connsiteY11-1244" fmla="*/ 2935591 h 3057443"/>
                <a:gd name="connsiteX12-1245" fmla="*/ 6072996 w 7919049"/>
                <a:gd name="connsiteY12-1246" fmla="*/ 2176468 h 3057443"/>
                <a:gd name="connsiteX13-1247" fmla="*/ 6211019 w 7919049"/>
                <a:gd name="connsiteY13-1248" fmla="*/ 2610 h 3057443"/>
                <a:gd name="connsiteX14-1249" fmla="*/ 6832120 w 7919049"/>
                <a:gd name="connsiteY14-1250" fmla="*/ 2659547 h 3057443"/>
                <a:gd name="connsiteX15-1251" fmla="*/ 7177176 w 7919049"/>
                <a:gd name="connsiteY15-1252" fmla="*/ 2901086 h 3057443"/>
                <a:gd name="connsiteX16-1253" fmla="*/ 7919049 w 7919049"/>
                <a:gd name="connsiteY16-1254" fmla="*/ 2883833 h 3057443"/>
                <a:gd name="connsiteX0-1255" fmla="*/ 0 w 7919049"/>
                <a:gd name="connsiteY0-1256" fmla="*/ 2797568 h 3057443"/>
                <a:gd name="connsiteX1-1257" fmla="*/ 414068 w 7919049"/>
                <a:gd name="connsiteY1-1258" fmla="*/ 2763062 h 3057443"/>
                <a:gd name="connsiteX2-1259" fmla="*/ 534837 w 7919049"/>
                <a:gd name="connsiteY2-1260" fmla="*/ 2003938 h 3057443"/>
                <a:gd name="connsiteX3-1261" fmla="*/ 612659 w 7919049"/>
                <a:gd name="connsiteY3-1262" fmla="*/ 1425205 h 3057443"/>
                <a:gd name="connsiteX4-1263" fmla="*/ 828135 w 7919049"/>
                <a:gd name="connsiteY4-1264" fmla="*/ 1141296 h 3057443"/>
                <a:gd name="connsiteX5-1265" fmla="*/ 2104845 w 7919049"/>
                <a:gd name="connsiteY5-1266" fmla="*/ 1158550 h 3057443"/>
                <a:gd name="connsiteX6-1267" fmla="*/ 2424206 w 7919049"/>
                <a:gd name="connsiteY6-1268" fmla="*/ 1891031 h 3057443"/>
                <a:gd name="connsiteX7-1269" fmla="*/ 2639683 w 7919049"/>
                <a:gd name="connsiteY7-1270" fmla="*/ 2763063 h 3057443"/>
                <a:gd name="connsiteX8-1271" fmla="*/ 3433313 w 7919049"/>
                <a:gd name="connsiteY8-1272" fmla="*/ 2970096 h 3057443"/>
                <a:gd name="connsiteX9-1273" fmla="*/ 3605841 w 7919049"/>
                <a:gd name="connsiteY9-1274" fmla="*/ 2487018 h 3057443"/>
                <a:gd name="connsiteX10-1275" fmla="*/ 3847381 w 7919049"/>
                <a:gd name="connsiteY10-1276" fmla="*/ 2970097 h 3057443"/>
                <a:gd name="connsiteX11-1277" fmla="*/ 5831456 w 7919049"/>
                <a:gd name="connsiteY11-1278" fmla="*/ 2935591 h 3057443"/>
                <a:gd name="connsiteX12-1279" fmla="*/ 6072996 w 7919049"/>
                <a:gd name="connsiteY12-1280" fmla="*/ 2176468 h 3057443"/>
                <a:gd name="connsiteX13-1281" fmla="*/ 6211019 w 7919049"/>
                <a:gd name="connsiteY13-1282" fmla="*/ 2610 h 3057443"/>
                <a:gd name="connsiteX14-1283" fmla="*/ 6832120 w 7919049"/>
                <a:gd name="connsiteY14-1284" fmla="*/ 2659547 h 3057443"/>
                <a:gd name="connsiteX15-1285" fmla="*/ 7177176 w 7919049"/>
                <a:gd name="connsiteY15-1286" fmla="*/ 2901086 h 3057443"/>
                <a:gd name="connsiteX16-1287" fmla="*/ 7919049 w 7919049"/>
                <a:gd name="connsiteY16-1288" fmla="*/ 2883833 h 3057443"/>
                <a:gd name="connsiteX0-1289" fmla="*/ 0 w 8091577"/>
                <a:gd name="connsiteY0-1290" fmla="*/ 2832073 h 3057443"/>
                <a:gd name="connsiteX1-1291" fmla="*/ 586596 w 8091577"/>
                <a:gd name="connsiteY1-1292" fmla="*/ 2763062 h 3057443"/>
                <a:gd name="connsiteX2-1293" fmla="*/ 707365 w 8091577"/>
                <a:gd name="connsiteY2-1294" fmla="*/ 2003938 h 3057443"/>
                <a:gd name="connsiteX3-1295" fmla="*/ 785187 w 8091577"/>
                <a:gd name="connsiteY3-1296" fmla="*/ 1425205 h 3057443"/>
                <a:gd name="connsiteX4-1297" fmla="*/ 1000663 w 8091577"/>
                <a:gd name="connsiteY4-1298" fmla="*/ 1141296 h 3057443"/>
                <a:gd name="connsiteX5-1299" fmla="*/ 2277373 w 8091577"/>
                <a:gd name="connsiteY5-1300" fmla="*/ 1158550 h 3057443"/>
                <a:gd name="connsiteX6-1301" fmla="*/ 2596734 w 8091577"/>
                <a:gd name="connsiteY6-1302" fmla="*/ 1891031 h 3057443"/>
                <a:gd name="connsiteX7-1303" fmla="*/ 2812211 w 8091577"/>
                <a:gd name="connsiteY7-1304" fmla="*/ 2763063 h 3057443"/>
                <a:gd name="connsiteX8-1305" fmla="*/ 3605841 w 8091577"/>
                <a:gd name="connsiteY8-1306" fmla="*/ 2970096 h 3057443"/>
                <a:gd name="connsiteX9-1307" fmla="*/ 3778369 w 8091577"/>
                <a:gd name="connsiteY9-1308" fmla="*/ 2487018 h 3057443"/>
                <a:gd name="connsiteX10-1309" fmla="*/ 4019909 w 8091577"/>
                <a:gd name="connsiteY10-1310" fmla="*/ 2970097 h 3057443"/>
                <a:gd name="connsiteX11-1311" fmla="*/ 6003984 w 8091577"/>
                <a:gd name="connsiteY11-1312" fmla="*/ 2935591 h 3057443"/>
                <a:gd name="connsiteX12-1313" fmla="*/ 6245524 w 8091577"/>
                <a:gd name="connsiteY12-1314" fmla="*/ 2176468 h 3057443"/>
                <a:gd name="connsiteX13-1315" fmla="*/ 6383547 w 8091577"/>
                <a:gd name="connsiteY13-1316" fmla="*/ 2610 h 3057443"/>
                <a:gd name="connsiteX14-1317" fmla="*/ 7004648 w 8091577"/>
                <a:gd name="connsiteY14-1318" fmla="*/ 2659547 h 3057443"/>
                <a:gd name="connsiteX15-1319" fmla="*/ 7349704 w 8091577"/>
                <a:gd name="connsiteY15-1320" fmla="*/ 2901086 h 3057443"/>
                <a:gd name="connsiteX16-1321" fmla="*/ 8091577 w 8091577"/>
                <a:gd name="connsiteY16-1322" fmla="*/ 2883833 h 3057443"/>
                <a:gd name="connsiteX0-1323" fmla="*/ 0 w 8091577"/>
                <a:gd name="connsiteY0-1324" fmla="*/ 2832073 h 3057443"/>
                <a:gd name="connsiteX1-1325" fmla="*/ 586596 w 8091577"/>
                <a:gd name="connsiteY1-1326" fmla="*/ 2763062 h 3057443"/>
                <a:gd name="connsiteX2-1327" fmla="*/ 707365 w 8091577"/>
                <a:gd name="connsiteY2-1328" fmla="*/ 2003938 h 3057443"/>
                <a:gd name="connsiteX3-1329" fmla="*/ 785187 w 8091577"/>
                <a:gd name="connsiteY3-1330" fmla="*/ 1425205 h 3057443"/>
                <a:gd name="connsiteX4-1331" fmla="*/ 1000663 w 8091577"/>
                <a:gd name="connsiteY4-1332" fmla="*/ 1141296 h 3057443"/>
                <a:gd name="connsiteX5-1333" fmla="*/ 2277373 w 8091577"/>
                <a:gd name="connsiteY5-1334" fmla="*/ 1158550 h 3057443"/>
                <a:gd name="connsiteX6-1335" fmla="*/ 2596734 w 8091577"/>
                <a:gd name="connsiteY6-1336" fmla="*/ 1891031 h 3057443"/>
                <a:gd name="connsiteX7-1337" fmla="*/ 2812211 w 8091577"/>
                <a:gd name="connsiteY7-1338" fmla="*/ 2763063 h 3057443"/>
                <a:gd name="connsiteX8-1339" fmla="*/ 3605841 w 8091577"/>
                <a:gd name="connsiteY8-1340" fmla="*/ 2970096 h 3057443"/>
                <a:gd name="connsiteX9-1341" fmla="*/ 3778369 w 8091577"/>
                <a:gd name="connsiteY9-1342" fmla="*/ 2487018 h 3057443"/>
                <a:gd name="connsiteX10-1343" fmla="*/ 4019909 w 8091577"/>
                <a:gd name="connsiteY10-1344" fmla="*/ 2970097 h 3057443"/>
                <a:gd name="connsiteX11-1345" fmla="*/ 6003984 w 8091577"/>
                <a:gd name="connsiteY11-1346" fmla="*/ 2935591 h 3057443"/>
                <a:gd name="connsiteX12-1347" fmla="*/ 6245524 w 8091577"/>
                <a:gd name="connsiteY12-1348" fmla="*/ 2176468 h 3057443"/>
                <a:gd name="connsiteX13-1349" fmla="*/ 6383547 w 8091577"/>
                <a:gd name="connsiteY13-1350" fmla="*/ 2610 h 3057443"/>
                <a:gd name="connsiteX14-1351" fmla="*/ 7004648 w 8091577"/>
                <a:gd name="connsiteY14-1352" fmla="*/ 2659547 h 3057443"/>
                <a:gd name="connsiteX15-1353" fmla="*/ 7349704 w 8091577"/>
                <a:gd name="connsiteY15-1354" fmla="*/ 2901086 h 3057443"/>
                <a:gd name="connsiteX16-1355" fmla="*/ 8091577 w 8091577"/>
                <a:gd name="connsiteY16-1356" fmla="*/ 2883833 h 3057443"/>
                <a:gd name="connsiteX0-1357" fmla="*/ 0 w 8091577"/>
                <a:gd name="connsiteY0-1358" fmla="*/ 2832073 h 3057443"/>
                <a:gd name="connsiteX1-1359" fmla="*/ 586596 w 8091577"/>
                <a:gd name="connsiteY1-1360" fmla="*/ 2935590 h 3057443"/>
                <a:gd name="connsiteX2-1361" fmla="*/ 707365 w 8091577"/>
                <a:gd name="connsiteY2-1362" fmla="*/ 2003938 h 3057443"/>
                <a:gd name="connsiteX3-1363" fmla="*/ 785187 w 8091577"/>
                <a:gd name="connsiteY3-1364" fmla="*/ 1425205 h 3057443"/>
                <a:gd name="connsiteX4-1365" fmla="*/ 1000663 w 8091577"/>
                <a:gd name="connsiteY4-1366" fmla="*/ 1141296 h 3057443"/>
                <a:gd name="connsiteX5-1367" fmla="*/ 2277373 w 8091577"/>
                <a:gd name="connsiteY5-1368" fmla="*/ 1158550 h 3057443"/>
                <a:gd name="connsiteX6-1369" fmla="*/ 2596734 w 8091577"/>
                <a:gd name="connsiteY6-1370" fmla="*/ 1891031 h 3057443"/>
                <a:gd name="connsiteX7-1371" fmla="*/ 2812211 w 8091577"/>
                <a:gd name="connsiteY7-1372" fmla="*/ 2763063 h 3057443"/>
                <a:gd name="connsiteX8-1373" fmla="*/ 3605841 w 8091577"/>
                <a:gd name="connsiteY8-1374" fmla="*/ 2970096 h 3057443"/>
                <a:gd name="connsiteX9-1375" fmla="*/ 3778369 w 8091577"/>
                <a:gd name="connsiteY9-1376" fmla="*/ 2487018 h 3057443"/>
                <a:gd name="connsiteX10-1377" fmla="*/ 4019909 w 8091577"/>
                <a:gd name="connsiteY10-1378" fmla="*/ 2970097 h 3057443"/>
                <a:gd name="connsiteX11-1379" fmla="*/ 6003984 w 8091577"/>
                <a:gd name="connsiteY11-1380" fmla="*/ 2935591 h 3057443"/>
                <a:gd name="connsiteX12-1381" fmla="*/ 6245524 w 8091577"/>
                <a:gd name="connsiteY12-1382" fmla="*/ 2176468 h 3057443"/>
                <a:gd name="connsiteX13-1383" fmla="*/ 6383547 w 8091577"/>
                <a:gd name="connsiteY13-1384" fmla="*/ 2610 h 3057443"/>
                <a:gd name="connsiteX14-1385" fmla="*/ 7004648 w 8091577"/>
                <a:gd name="connsiteY14-1386" fmla="*/ 2659547 h 3057443"/>
                <a:gd name="connsiteX15-1387" fmla="*/ 7349704 w 8091577"/>
                <a:gd name="connsiteY15-1388" fmla="*/ 2901086 h 3057443"/>
                <a:gd name="connsiteX16-1389" fmla="*/ 8091577 w 8091577"/>
                <a:gd name="connsiteY16-1390" fmla="*/ 2883833 h 3057443"/>
                <a:gd name="connsiteX0-1391" fmla="*/ 0 w 8177841"/>
                <a:gd name="connsiteY0-1392" fmla="*/ 2970096 h 3057443"/>
                <a:gd name="connsiteX1-1393" fmla="*/ 672860 w 8177841"/>
                <a:gd name="connsiteY1-1394" fmla="*/ 2935590 h 3057443"/>
                <a:gd name="connsiteX2-1395" fmla="*/ 793629 w 8177841"/>
                <a:gd name="connsiteY2-1396" fmla="*/ 2003938 h 3057443"/>
                <a:gd name="connsiteX3-1397" fmla="*/ 871451 w 8177841"/>
                <a:gd name="connsiteY3-1398" fmla="*/ 1425205 h 3057443"/>
                <a:gd name="connsiteX4-1399" fmla="*/ 1086927 w 8177841"/>
                <a:gd name="connsiteY4-1400" fmla="*/ 1141296 h 3057443"/>
                <a:gd name="connsiteX5-1401" fmla="*/ 2363637 w 8177841"/>
                <a:gd name="connsiteY5-1402" fmla="*/ 1158550 h 3057443"/>
                <a:gd name="connsiteX6-1403" fmla="*/ 2682998 w 8177841"/>
                <a:gd name="connsiteY6-1404" fmla="*/ 1891031 h 3057443"/>
                <a:gd name="connsiteX7-1405" fmla="*/ 2898475 w 8177841"/>
                <a:gd name="connsiteY7-1406" fmla="*/ 2763063 h 3057443"/>
                <a:gd name="connsiteX8-1407" fmla="*/ 3692105 w 8177841"/>
                <a:gd name="connsiteY8-1408" fmla="*/ 2970096 h 3057443"/>
                <a:gd name="connsiteX9-1409" fmla="*/ 3864633 w 8177841"/>
                <a:gd name="connsiteY9-1410" fmla="*/ 2487018 h 3057443"/>
                <a:gd name="connsiteX10-1411" fmla="*/ 4106173 w 8177841"/>
                <a:gd name="connsiteY10-1412" fmla="*/ 2970097 h 3057443"/>
                <a:gd name="connsiteX11-1413" fmla="*/ 6090248 w 8177841"/>
                <a:gd name="connsiteY11-1414" fmla="*/ 2935591 h 3057443"/>
                <a:gd name="connsiteX12-1415" fmla="*/ 6331788 w 8177841"/>
                <a:gd name="connsiteY12-1416" fmla="*/ 2176468 h 3057443"/>
                <a:gd name="connsiteX13-1417" fmla="*/ 6469811 w 8177841"/>
                <a:gd name="connsiteY13-1418" fmla="*/ 2610 h 3057443"/>
                <a:gd name="connsiteX14-1419" fmla="*/ 7090912 w 8177841"/>
                <a:gd name="connsiteY14-1420" fmla="*/ 2659547 h 3057443"/>
                <a:gd name="connsiteX15-1421" fmla="*/ 7435968 w 8177841"/>
                <a:gd name="connsiteY15-1422" fmla="*/ 2901086 h 3057443"/>
                <a:gd name="connsiteX16-1423" fmla="*/ 8177841 w 8177841"/>
                <a:gd name="connsiteY16-1424" fmla="*/ 2883833 h 3057443"/>
                <a:gd name="connsiteX0-1425" fmla="*/ 0 w 8195093"/>
                <a:gd name="connsiteY0-1426" fmla="*/ 3056361 h 3082130"/>
                <a:gd name="connsiteX1-1427" fmla="*/ 690112 w 8195093"/>
                <a:gd name="connsiteY1-1428" fmla="*/ 2935590 h 3082130"/>
                <a:gd name="connsiteX2-1429" fmla="*/ 810881 w 8195093"/>
                <a:gd name="connsiteY2-1430" fmla="*/ 2003938 h 3082130"/>
                <a:gd name="connsiteX3-1431" fmla="*/ 888703 w 8195093"/>
                <a:gd name="connsiteY3-1432" fmla="*/ 1425205 h 3082130"/>
                <a:gd name="connsiteX4-1433" fmla="*/ 1104179 w 8195093"/>
                <a:gd name="connsiteY4-1434" fmla="*/ 1141296 h 3082130"/>
                <a:gd name="connsiteX5-1435" fmla="*/ 2380889 w 8195093"/>
                <a:gd name="connsiteY5-1436" fmla="*/ 1158550 h 3082130"/>
                <a:gd name="connsiteX6-1437" fmla="*/ 2700250 w 8195093"/>
                <a:gd name="connsiteY6-1438" fmla="*/ 1891031 h 3082130"/>
                <a:gd name="connsiteX7-1439" fmla="*/ 2915727 w 8195093"/>
                <a:gd name="connsiteY7-1440" fmla="*/ 2763063 h 3082130"/>
                <a:gd name="connsiteX8-1441" fmla="*/ 3709357 w 8195093"/>
                <a:gd name="connsiteY8-1442" fmla="*/ 2970096 h 3082130"/>
                <a:gd name="connsiteX9-1443" fmla="*/ 3881885 w 8195093"/>
                <a:gd name="connsiteY9-1444" fmla="*/ 2487018 h 3082130"/>
                <a:gd name="connsiteX10-1445" fmla="*/ 4123425 w 8195093"/>
                <a:gd name="connsiteY10-1446" fmla="*/ 2970097 h 3082130"/>
                <a:gd name="connsiteX11-1447" fmla="*/ 6107500 w 8195093"/>
                <a:gd name="connsiteY11-1448" fmla="*/ 2935591 h 3082130"/>
                <a:gd name="connsiteX12-1449" fmla="*/ 6349040 w 8195093"/>
                <a:gd name="connsiteY12-1450" fmla="*/ 2176468 h 3082130"/>
                <a:gd name="connsiteX13-1451" fmla="*/ 6487063 w 8195093"/>
                <a:gd name="connsiteY13-1452" fmla="*/ 2610 h 3082130"/>
                <a:gd name="connsiteX14-1453" fmla="*/ 7108164 w 8195093"/>
                <a:gd name="connsiteY14-1454" fmla="*/ 2659547 h 3082130"/>
                <a:gd name="connsiteX15-1455" fmla="*/ 7453220 w 8195093"/>
                <a:gd name="connsiteY15-1456" fmla="*/ 2901086 h 3082130"/>
                <a:gd name="connsiteX16-1457" fmla="*/ 8195093 w 8195093"/>
                <a:gd name="connsiteY16-1458" fmla="*/ 2883833 h 308213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09" y="connsiteY13-210"/>
                </a:cxn>
                <a:cxn ang="0">
                  <a:pos x="connsiteX14-295" y="connsiteY14-296"/>
                </a:cxn>
                <a:cxn ang="0">
                  <a:pos x="connsiteX15-717" y="connsiteY15-718"/>
                </a:cxn>
                <a:cxn ang="0">
                  <a:pos x="connsiteX16-879" y="connsiteY16-880"/>
                </a:cxn>
              </a:cxnLst>
              <a:rect l="l" t="t" r="r" b="b"/>
              <a:pathLst>
                <a:path w="8195093" h="3082130">
                  <a:moveTo>
                    <a:pt x="0" y="3056361"/>
                  </a:moveTo>
                  <a:cubicBezTo>
                    <a:pt x="102079" y="3096618"/>
                    <a:pt x="554965" y="3110994"/>
                    <a:pt x="690112" y="2935590"/>
                  </a:cubicBezTo>
                  <a:cubicBezTo>
                    <a:pt x="825259" y="2760186"/>
                    <a:pt x="777783" y="2255669"/>
                    <a:pt x="810881" y="2003938"/>
                  </a:cubicBezTo>
                  <a:cubicBezTo>
                    <a:pt x="843980" y="1752207"/>
                    <a:pt x="796687" y="2011801"/>
                    <a:pt x="888703" y="1425205"/>
                  </a:cubicBezTo>
                  <a:cubicBezTo>
                    <a:pt x="928960" y="1304435"/>
                    <a:pt x="889986" y="1254749"/>
                    <a:pt x="1104179" y="1141296"/>
                  </a:cubicBezTo>
                  <a:cubicBezTo>
                    <a:pt x="1318372" y="1027843"/>
                    <a:pt x="2114877" y="1033594"/>
                    <a:pt x="2380889" y="1158550"/>
                  </a:cubicBezTo>
                  <a:cubicBezTo>
                    <a:pt x="2646901" y="1283506"/>
                    <a:pt x="2642741" y="1655242"/>
                    <a:pt x="2700250" y="1891031"/>
                  </a:cubicBezTo>
                  <a:cubicBezTo>
                    <a:pt x="2706001" y="2282096"/>
                    <a:pt x="2747543" y="2583219"/>
                    <a:pt x="2915727" y="2763063"/>
                  </a:cubicBezTo>
                  <a:cubicBezTo>
                    <a:pt x="3083912" y="2942907"/>
                    <a:pt x="3548331" y="3016103"/>
                    <a:pt x="3709357" y="2970096"/>
                  </a:cubicBezTo>
                  <a:cubicBezTo>
                    <a:pt x="3870383" y="2924089"/>
                    <a:pt x="3812874" y="2487018"/>
                    <a:pt x="3881885" y="2487018"/>
                  </a:cubicBezTo>
                  <a:cubicBezTo>
                    <a:pt x="3950896" y="2487018"/>
                    <a:pt x="3752489" y="2895335"/>
                    <a:pt x="4123425" y="2970097"/>
                  </a:cubicBezTo>
                  <a:cubicBezTo>
                    <a:pt x="4494361" y="3044859"/>
                    <a:pt x="5822828" y="3136873"/>
                    <a:pt x="6107500" y="2935591"/>
                  </a:cubicBezTo>
                  <a:cubicBezTo>
                    <a:pt x="6392172" y="2734309"/>
                    <a:pt x="6303032" y="2625042"/>
                    <a:pt x="6349040" y="2176468"/>
                  </a:cubicBezTo>
                  <a:cubicBezTo>
                    <a:pt x="6395048" y="1727895"/>
                    <a:pt x="6360542" y="-77903"/>
                    <a:pt x="6487063" y="2610"/>
                  </a:cubicBezTo>
                  <a:cubicBezTo>
                    <a:pt x="6613584" y="83123"/>
                    <a:pt x="6975892" y="2170717"/>
                    <a:pt x="7108164" y="2659547"/>
                  </a:cubicBezTo>
                  <a:cubicBezTo>
                    <a:pt x="7326700" y="2941343"/>
                    <a:pt x="7277816" y="2892460"/>
                    <a:pt x="7453220" y="2901086"/>
                  </a:cubicBezTo>
                  <a:cubicBezTo>
                    <a:pt x="7628624" y="2909712"/>
                    <a:pt x="8042693" y="2901086"/>
                    <a:pt x="8195093" y="288383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55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5365630" y="9116276"/>
              <a:ext cx="2398144" cy="353005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95" dirty="0">
                  <a:solidFill>
                    <a:srgbClr val="FF0000"/>
                  </a:solidFill>
                </a:rPr>
                <a:t>WASH</a:t>
              </a:r>
              <a:endParaRPr lang="zh-CN" altLang="en-US" sz="2095" dirty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1829537" y="4055059"/>
            <a:ext cx="888482" cy="414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95" dirty="0">
                <a:solidFill>
                  <a:srgbClr val="FF0000"/>
                </a:solidFill>
              </a:rPr>
              <a:t>Load</a:t>
            </a:r>
            <a:endParaRPr lang="zh-CN" altLang="en-US" sz="2095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184382" y="4072417"/>
            <a:ext cx="888482" cy="73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95" dirty="0">
                <a:solidFill>
                  <a:srgbClr val="FF0000"/>
                </a:solidFill>
              </a:rPr>
              <a:t>Elution</a:t>
            </a:r>
            <a:endParaRPr lang="zh-CN" altLang="en-US" sz="2095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B6EBA2-A501-8A12-5D36-A0B1BFCD1F6F}"/>
              </a:ext>
            </a:extLst>
          </p:cNvPr>
          <p:cNvSpPr/>
          <p:nvPr/>
        </p:nvSpPr>
        <p:spPr>
          <a:xfrm>
            <a:off x="1020248" y="1403083"/>
            <a:ext cx="10012861" cy="859188"/>
          </a:xfrm>
          <a:prstGeom prst="rect">
            <a:avLst/>
          </a:prstGeom>
          <a:solidFill>
            <a:schemeClr val="accent1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866775">
              <a:lnSpc>
                <a:spcPct val="150000"/>
              </a:lnSpc>
              <a:defRPr/>
            </a:pPr>
            <a:r>
              <a:rPr lang="en-US" altLang="zh-CN" sz="1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  <a:sym typeface="+mn-ea"/>
              </a:rPr>
              <a:t>NMab</a:t>
            </a:r>
            <a:r>
              <a:rPr lang="zh-CN" altLang="en-US" sz="1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  <a:sym typeface="+mn-ea"/>
              </a:rPr>
              <a:t>填料，通过亲和步骤上样后的淋洗策略，去除</a:t>
            </a:r>
            <a:r>
              <a:rPr lang="en-US" altLang="zh-CN" sz="1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  <a:sym typeface="+mn-ea"/>
              </a:rPr>
              <a:t>HCP</a:t>
            </a:r>
            <a:r>
              <a:rPr lang="zh-CN" altLang="en-US" sz="1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  <a:sym typeface="+mn-ea"/>
              </a:rPr>
              <a:t>，结果显示盐酸胍具有显著</a:t>
            </a:r>
            <a:r>
              <a:rPr lang="en-US" altLang="zh-CN" sz="1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  <a:sym typeface="+mn-ea"/>
              </a:rPr>
              <a:t>HCP</a:t>
            </a:r>
            <a:r>
              <a:rPr lang="zh-CN" altLang="en-US" sz="1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  <a:sym typeface="+mn-ea"/>
              </a:rPr>
              <a:t>去除效果，其次为</a:t>
            </a:r>
            <a:r>
              <a:rPr lang="en-US" altLang="zh-CN" sz="1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  <a:sym typeface="+mn-ea"/>
              </a:rPr>
              <a:t>5%</a:t>
            </a:r>
            <a:r>
              <a:rPr lang="zh-CN" altLang="en-US" sz="1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  <a:sym typeface="+mn-ea"/>
              </a:rPr>
              <a:t>异丙醇溶液。</a:t>
            </a:r>
            <a:endParaRPr lang="zh-CN" altLang="en-US" sz="18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某</a:t>
            </a:r>
            <a:r>
              <a:rPr lang="en-US" altLang="zh-CN" dirty="0">
                <a:solidFill>
                  <a:schemeClr val="accent1"/>
                </a:solidFill>
              </a:rPr>
              <a:t>FC</a:t>
            </a:r>
            <a:r>
              <a:rPr lang="zh-CN" altLang="en-US" dirty="0">
                <a:solidFill>
                  <a:schemeClr val="accent1"/>
                </a:solidFill>
              </a:rPr>
              <a:t>融合蛋白</a:t>
            </a:r>
            <a:r>
              <a:rPr lang="en-US" altLang="zh-CN" dirty="0">
                <a:solidFill>
                  <a:schemeClr val="accent1"/>
                </a:solidFill>
              </a:rPr>
              <a:t>HCP</a:t>
            </a:r>
            <a:r>
              <a:rPr lang="zh-CN" altLang="en-US" dirty="0">
                <a:solidFill>
                  <a:schemeClr val="accent1"/>
                </a:solidFill>
              </a:rPr>
              <a:t>去除</a:t>
            </a:r>
            <a:r>
              <a:rPr lang="en-US" altLang="zh-CN" dirty="0">
                <a:solidFill>
                  <a:schemeClr val="accent1"/>
                </a:solidFill>
              </a:rPr>
              <a:t>:case 2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70824" y="830371"/>
            <a:ext cx="2311645" cy="3216923"/>
            <a:chOff x="11223628" y="4058981"/>
            <a:chExt cx="4853919" cy="6754793"/>
          </a:xfrm>
        </p:grpSpPr>
        <p:grpSp>
          <p:nvGrpSpPr>
            <p:cNvPr id="20" name="组合 19"/>
            <p:cNvGrpSpPr/>
            <p:nvPr/>
          </p:nvGrpSpPr>
          <p:grpSpPr>
            <a:xfrm>
              <a:off x="13139531" y="4651513"/>
              <a:ext cx="2938016" cy="6162261"/>
              <a:chOff x="13206145" y="3687469"/>
              <a:chExt cx="4825798" cy="9432183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14173200" y="7951304"/>
                <a:ext cx="914400" cy="5168348"/>
                <a:chOff x="14173200" y="7951304"/>
                <a:chExt cx="914400" cy="5168348"/>
              </a:xfrm>
            </p:grpSpPr>
            <p:sp>
              <p:nvSpPr>
                <p:cNvPr id="4" name="椭圆 3"/>
                <p:cNvSpPr/>
                <p:nvPr/>
              </p:nvSpPr>
              <p:spPr>
                <a:xfrm>
                  <a:off x="14173200" y="7951304"/>
                  <a:ext cx="914400" cy="258417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55"/>
                </a:p>
              </p:txBody>
            </p:sp>
            <p:sp>
              <p:nvSpPr>
                <p:cNvPr id="5" name="椭圆 4"/>
                <p:cNvSpPr/>
                <p:nvPr/>
              </p:nvSpPr>
              <p:spPr>
                <a:xfrm>
                  <a:off x="14173200" y="10535478"/>
                  <a:ext cx="914400" cy="258417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55"/>
                </a:p>
              </p:txBody>
            </p:sp>
          </p:grpSp>
          <p:grpSp>
            <p:nvGrpSpPr>
              <p:cNvPr id="7" name="组合 6"/>
              <p:cNvGrpSpPr/>
              <p:nvPr/>
            </p:nvGrpSpPr>
            <p:grpSpPr>
              <a:xfrm>
                <a:off x="15935739" y="7951304"/>
                <a:ext cx="914400" cy="5168348"/>
                <a:chOff x="14173200" y="7951304"/>
                <a:chExt cx="914400" cy="5168348"/>
              </a:xfrm>
            </p:grpSpPr>
            <p:sp>
              <p:nvSpPr>
                <p:cNvPr id="8" name="椭圆 7"/>
                <p:cNvSpPr/>
                <p:nvPr/>
              </p:nvSpPr>
              <p:spPr>
                <a:xfrm>
                  <a:off x="14173200" y="7951304"/>
                  <a:ext cx="914400" cy="258417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55"/>
                </a:p>
              </p:txBody>
            </p:sp>
            <p:sp>
              <p:nvSpPr>
                <p:cNvPr id="9" name="椭圆 8"/>
                <p:cNvSpPr/>
                <p:nvPr/>
              </p:nvSpPr>
              <p:spPr>
                <a:xfrm>
                  <a:off x="14173200" y="10535478"/>
                  <a:ext cx="914400" cy="258417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55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14630400" y="6658650"/>
                <a:ext cx="1782417" cy="1296264"/>
                <a:chOff x="14610522" y="6448907"/>
                <a:chExt cx="1782417" cy="1296264"/>
              </a:xfrm>
              <a:solidFill>
                <a:srgbClr val="FFC000"/>
              </a:solidFill>
            </p:grpSpPr>
            <p:sp>
              <p:nvSpPr>
                <p:cNvPr id="10" name="矩形: 圆角 9"/>
                <p:cNvSpPr/>
                <p:nvPr/>
              </p:nvSpPr>
              <p:spPr>
                <a:xfrm>
                  <a:off x="14610522" y="6448908"/>
                  <a:ext cx="477078" cy="1296263"/>
                </a:xfrm>
                <a:prstGeom prst="roundRect">
                  <a:avLst/>
                </a:prstGeom>
                <a:grpFill/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55"/>
                </a:p>
              </p:txBody>
            </p:sp>
            <p:sp>
              <p:nvSpPr>
                <p:cNvPr id="11" name="矩形: 圆角 10"/>
                <p:cNvSpPr/>
                <p:nvPr/>
              </p:nvSpPr>
              <p:spPr>
                <a:xfrm>
                  <a:off x="15915861" y="6448907"/>
                  <a:ext cx="477078" cy="1296263"/>
                </a:xfrm>
                <a:prstGeom prst="roundRect">
                  <a:avLst/>
                </a:prstGeom>
                <a:grpFill/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855"/>
                </a:p>
              </p:txBody>
            </p:sp>
            <p:cxnSp>
              <p:nvCxnSpPr>
                <p:cNvPr id="13" name="直接连接符 12"/>
                <p:cNvCxnSpPr/>
                <p:nvPr/>
              </p:nvCxnSpPr>
              <p:spPr>
                <a:xfrm>
                  <a:off x="15087600" y="6798365"/>
                  <a:ext cx="848139" cy="0"/>
                </a:xfrm>
                <a:prstGeom prst="line">
                  <a:avLst/>
                </a:prstGeom>
                <a:grpFill/>
                <a:ln w="5715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>
                  <a:off x="15067722" y="7427843"/>
                  <a:ext cx="848139" cy="0"/>
                </a:xfrm>
                <a:prstGeom prst="line">
                  <a:avLst/>
                </a:prstGeom>
                <a:grpFill/>
                <a:ln w="5715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矩形: 圆角 15"/>
              <p:cNvSpPr/>
              <p:nvPr/>
            </p:nvSpPr>
            <p:spPr>
              <a:xfrm rot="20581735">
                <a:off x="14190418" y="5099593"/>
                <a:ext cx="735496" cy="1678125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55"/>
              </a:p>
            </p:txBody>
          </p:sp>
          <p:sp>
            <p:nvSpPr>
              <p:cNvPr id="17" name="矩形: 圆角 16"/>
              <p:cNvSpPr/>
              <p:nvPr/>
            </p:nvSpPr>
            <p:spPr>
              <a:xfrm rot="1675631">
                <a:off x="16190925" y="5103310"/>
                <a:ext cx="735496" cy="1678125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55" dirty="0"/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13206145" y="3687469"/>
                <a:ext cx="1510748" cy="157038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55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6521195" y="3774870"/>
                <a:ext cx="1510748" cy="1570382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55"/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11912860" y="4058981"/>
              <a:ext cx="3166837" cy="624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335" b="1" dirty="0"/>
                <a:t>GLP-1 analog</a:t>
              </a:r>
              <a:endParaRPr lang="zh-CN" altLang="en-US" sz="1335" b="1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1223628" y="8807212"/>
              <a:ext cx="2504660" cy="1055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335" b="1" dirty="0"/>
                <a:t>IgG4 FC domain</a:t>
              </a:r>
              <a:endParaRPr lang="zh-CN" altLang="en-US" sz="1335" b="1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193631" y="6354439"/>
              <a:ext cx="1667781" cy="624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335" b="1" dirty="0"/>
                <a:t>Linker</a:t>
              </a:r>
              <a:endParaRPr lang="zh-CN" altLang="en-US" sz="1335" b="1" dirty="0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5215292" y="1465368"/>
            <a:ext cx="1899106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15" b="1" dirty="0"/>
              <a:t>MW = ~70 KD</a:t>
            </a:r>
          </a:p>
          <a:p>
            <a:pPr algn="ctr"/>
            <a:r>
              <a:rPr lang="en-US" altLang="zh-CN" sz="1715" b="1" dirty="0" err="1"/>
              <a:t>pI</a:t>
            </a:r>
            <a:r>
              <a:rPr lang="en-US" altLang="zh-CN" sz="1715" b="1" dirty="0"/>
              <a:t> = 5.9</a:t>
            </a:r>
            <a:endParaRPr lang="zh-CN" altLang="en-US" sz="1715" b="1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0" y="4565089"/>
            <a:ext cx="2241447" cy="2238543"/>
          </a:xfrm>
          <a:prstGeom prst="rect">
            <a:avLst/>
          </a:prstGeom>
        </p:spPr>
      </p:pic>
      <p:graphicFrame>
        <p:nvGraphicFramePr>
          <p:cNvPr id="28" name="图示 27"/>
          <p:cNvGraphicFramePr/>
          <p:nvPr/>
        </p:nvGraphicFramePr>
        <p:xfrm>
          <a:off x="3261892" y="2710811"/>
          <a:ext cx="8126376" cy="1260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9" name="文本框 28"/>
          <p:cNvSpPr txBox="1"/>
          <p:nvPr/>
        </p:nvSpPr>
        <p:spPr>
          <a:xfrm>
            <a:off x="7938395" y="4157569"/>
            <a:ext cx="1873371" cy="326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25" dirty="0">
                <a:solidFill>
                  <a:srgbClr val="FF0000"/>
                </a:solidFill>
              </a:rPr>
              <a:t>去</a:t>
            </a:r>
            <a:r>
              <a:rPr lang="en-US" altLang="zh-CN" sz="1525" dirty="0">
                <a:solidFill>
                  <a:srgbClr val="FF0000"/>
                </a:solidFill>
              </a:rPr>
              <a:t>HCP</a:t>
            </a:r>
            <a:r>
              <a:rPr lang="zh-CN" altLang="en-US" sz="1525" dirty="0">
                <a:solidFill>
                  <a:srgbClr val="FF0000"/>
                </a:solidFill>
              </a:rPr>
              <a:t>效果不佳</a:t>
            </a:r>
          </a:p>
        </p:txBody>
      </p:sp>
      <p:sp>
        <p:nvSpPr>
          <p:cNvPr id="30" name="箭头: 右 29"/>
          <p:cNvSpPr/>
          <p:nvPr/>
        </p:nvSpPr>
        <p:spPr>
          <a:xfrm rot="16200000">
            <a:off x="8385440" y="3762042"/>
            <a:ext cx="345095" cy="246496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55"/>
          </a:p>
        </p:txBody>
      </p:sp>
      <p:sp>
        <p:nvSpPr>
          <p:cNvPr id="31" name="文本框 30"/>
          <p:cNvSpPr txBox="1"/>
          <p:nvPr/>
        </p:nvSpPr>
        <p:spPr>
          <a:xfrm>
            <a:off x="4371048" y="4157568"/>
            <a:ext cx="1381748" cy="326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25" dirty="0">
                <a:solidFill>
                  <a:srgbClr val="FF0000"/>
                </a:solidFill>
              </a:rPr>
              <a:t>重点优化步骤</a:t>
            </a:r>
          </a:p>
        </p:txBody>
      </p:sp>
      <p:sp>
        <p:nvSpPr>
          <p:cNvPr id="32" name="箭头: 右 31"/>
          <p:cNvSpPr/>
          <p:nvPr/>
        </p:nvSpPr>
        <p:spPr>
          <a:xfrm rot="16200000">
            <a:off x="4730443" y="3762042"/>
            <a:ext cx="345095" cy="246496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55"/>
          </a:p>
        </p:txBody>
      </p:sp>
      <p:sp>
        <p:nvSpPr>
          <p:cNvPr id="33" name="文本框 32"/>
          <p:cNvSpPr txBox="1"/>
          <p:nvPr/>
        </p:nvSpPr>
        <p:spPr>
          <a:xfrm>
            <a:off x="2443850" y="5045955"/>
            <a:ext cx="8551097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15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该项目挑战在于</a:t>
            </a:r>
            <a:r>
              <a:rPr lang="en-US" altLang="zh-CN" sz="1715" dirty="0" err="1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pI</a:t>
            </a:r>
            <a:r>
              <a:rPr lang="en-US" altLang="zh-CN" sz="1715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</a:t>
            </a:r>
            <a:r>
              <a:rPr lang="zh-CN" altLang="en-US" sz="1715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较低，阴离子</a:t>
            </a:r>
            <a:r>
              <a:rPr lang="en-US" altLang="zh-CN" sz="1715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5.0</a:t>
            </a:r>
            <a:r>
              <a:rPr lang="zh-CN" altLang="en-US" sz="1715" dirty="0"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条件通常效果大打折扣，所以将重点放在亲和步骤与阳离子考察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亲和阶段</a:t>
            </a:r>
            <a:r>
              <a:rPr lang="en-US" altLang="zh-CN" dirty="0">
                <a:solidFill>
                  <a:schemeClr val="accent1"/>
                </a:solidFill>
              </a:rPr>
              <a:t>HCP</a:t>
            </a:r>
            <a:r>
              <a:rPr lang="zh-CN" altLang="en-US" dirty="0">
                <a:solidFill>
                  <a:schemeClr val="accent1"/>
                </a:solidFill>
              </a:rPr>
              <a:t>去除尝试</a:t>
            </a:r>
          </a:p>
        </p:txBody>
      </p:sp>
      <p:graphicFrame>
        <p:nvGraphicFramePr>
          <p:cNvPr id="3" name="图表 2"/>
          <p:cNvGraphicFramePr/>
          <p:nvPr/>
        </p:nvGraphicFramePr>
        <p:xfrm>
          <a:off x="1175208" y="1635164"/>
          <a:ext cx="4920792" cy="3587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6442985" y="1635164"/>
          <a:ext cx="4716293" cy="3681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23641" y="5619538"/>
            <a:ext cx="10135636" cy="561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25" dirty="0"/>
              <a:t>结论：淋洗条件中，加入精氨酸效果较为显著，可以使得</a:t>
            </a:r>
            <a:r>
              <a:rPr lang="en-US" altLang="zh-CN" sz="1525" dirty="0"/>
              <a:t>HCP</a:t>
            </a:r>
            <a:r>
              <a:rPr lang="zh-CN" altLang="en-US" sz="1525" dirty="0"/>
              <a:t>降低至对照组一半。</a:t>
            </a:r>
            <a:r>
              <a:rPr lang="en-US" altLang="zh-CN" sz="1525" dirty="0"/>
              <a:t>Buffer</a:t>
            </a:r>
            <a:r>
              <a:rPr lang="zh-CN" altLang="en-US" sz="1525" dirty="0"/>
              <a:t>类型中，醋酸条件可以获得更好的</a:t>
            </a:r>
            <a:r>
              <a:rPr lang="en-US" altLang="zh-CN" sz="1525" dirty="0"/>
              <a:t>HCP</a:t>
            </a:r>
            <a:r>
              <a:rPr lang="zh-CN" altLang="en-US" sz="1525" dirty="0"/>
              <a:t>去除效果。</a:t>
            </a:r>
          </a:p>
        </p:txBody>
      </p:sp>
      <p:sp>
        <p:nvSpPr>
          <p:cNvPr id="6" name="矩形 5"/>
          <p:cNvSpPr/>
          <p:nvPr/>
        </p:nvSpPr>
        <p:spPr>
          <a:xfrm>
            <a:off x="8822217" y="3463600"/>
            <a:ext cx="739488" cy="1487193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55"/>
          </a:p>
        </p:txBody>
      </p:sp>
      <p:sp>
        <p:nvSpPr>
          <p:cNvPr id="7" name="矩形 6"/>
          <p:cNvSpPr/>
          <p:nvPr/>
        </p:nvSpPr>
        <p:spPr>
          <a:xfrm>
            <a:off x="2838261" y="2514902"/>
            <a:ext cx="739488" cy="1487193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55"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精纯步骤</a:t>
            </a:r>
            <a:r>
              <a:rPr lang="en-US" altLang="zh-CN" dirty="0">
                <a:solidFill>
                  <a:schemeClr val="accent1"/>
                </a:solidFill>
              </a:rPr>
              <a:t>HCP</a:t>
            </a:r>
            <a:r>
              <a:rPr lang="zh-CN" altLang="en-US" dirty="0">
                <a:solidFill>
                  <a:schemeClr val="accent1"/>
                </a:solidFill>
              </a:rPr>
              <a:t>去除条件考察</a:t>
            </a:r>
          </a:p>
        </p:txBody>
      </p:sp>
      <p:graphicFrame>
        <p:nvGraphicFramePr>
          <p:cNvPr id="3" name="图表 2"/>
          <p:cNvGraphicFramePr/>
          <p:nvPr/>
        </p:nvGraphicFramePr>
        <p:xfrm>
          <a:off x="6467099" y="2112186"/>
          <a:ext cx="5062375" cy="2649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534456" y="1825267"/>
          <a:ext cx="5421431" cy="293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560766" y="4023424"/>
            <a:ext cx="861486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45" dirty="0">
                <a:solidFill>
                  <a:srgbClr val="FF0000"/>
                </a:solidFill>
              </a:rPr>
              <a:t>结合太强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77245" y="5250329"/>
            <a:ext cx="10513498" cy="1030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25" dirty="0"/>
              <a:t>结论：</a:t>
            </a:r>
            <a:endParaRPr lang="en-US" altLang="zh-CN" sz="1525" dirty="0"/>
          </a:p>
          <a:p>
            <a:pPr marL="217805" indent="-217805">
              <a:buFont typeface="Wingdings" panose="05000000000000000000" pitchFamily="2" charset="2"/>
              <a:buChar char="Ø"/>
            </a:pPr>
            <a:r>
              <a:rPr lang="zh-CN" altLang="en-US" sz="1525" dirty="0"/>
              <a:t>阴离子</a:t>
            </a:r>
            <a:r>
              <a:rPr lang="en-US" altLang="zh-CN" sz="1525" dirty="0"/>
              <a:t>5.0</a:t>
            </a:r>
            <a:r>
              <a:rPr lang="zh-CN" altLang="en-US" sz="1525" dirty="0"/>
              <a:t>条件可以流穿，复合模式无法流穿，其中几个不同类型阴离子并没有显著差异，都可以将</a:t>
            </a:r>
            <a:r>
              <a:rPr lang="en-US" altLang="zh-CN" sz="1525" dirty="0"/>
              <a:t>HCP</a:t>
            </a:r>
            <a:r>
              <a:rPr lang="zh-CN" altLang="en-US" sz="1525" dirty="0"/>
              <a:t>去除</a:t>
            </a:r>
            <a:r>
              <a:rPr lang="en-US" altLang="zh-CN" sz="1525" dirty="0"/>
              <a:t>60%</a:t>
            </a:r>
            <a:r>
              <a:rPr lang="zh-CN" altLang="en-US" sz="1525" dirty="0"/>
              <a:t>以上，但是整体偏高。</a:t>
            </a:r>
            <a:endParaRPr lang="en-US" altLang="zh-CN" sz="1525" dirty="0"/>
          </a:p>
          <a:p>
            <a:pPr marL="217805" indent="-217805">
              <a:buFont typeface="Wingdings" panose="05000000000000000000" pitchFamily="2" charset="2"/>
              <a:buChar char="Ø"/>
            </a:pPr>
            <a:r>
              <a:rPr lang="zh-CN" altLang="en-US" sz="1525" dirty="0"/>
              <a:t>阳离子不同填料去除效果差异较大，该项目软胶阳离子有更好</a:t>
            </a:r>
            <a:r>
              <a:rPr lang="en-US" altLang="zh-CN" sz="1525" dirty="0"/>
              <a:t>HCP</a:t>
            </a:r>
            <a:r>
              <a:rPr lang="zh-CN" altLang="en-US" sz="1525" dirty="0"/>
              <a:t>去除表现，可以满足工艺要求。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711968503937,&quot;left&quot;:273.64157480314964,&quot;top&quot;:125.90299212598424,&quot;width&quot;:647.708425196850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711968503937,&quot;left&quot;:273.64157480314964,&quot;top&quot;:125.90299212598424,&quot;width&quot;:647.708425196850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711968503937,&quot;left&quot;:273.64157480314964,&quot;top&quot;:125.90299212598424,&quot;width&quot;:647.708425196850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5.711968503937,&quot;left&quot;:273.64157480314964,&quot;top&quot;:125.90299212598424,&quot;width&quot;:647.7084251968504}"/>
</p:tagLst>
</file>

<file path=ppt/theme/theme1.xml><?xml version="1.0" encoding="utf-8"?>
<a:theme xmlns:a="http://schemas.openxmlformats.org/drawingml/2006/main" name="Office">
  <a:themeElements>
    <a:clrScheme name="Templates">
      <a:dk1>
        <a:srgbClr val="323232"/>
      </a:dk1>
      <a:lt1>
        <a:srgbClr val="FFFFFF"/>
      </a:lt1>
      <a:dk2>
        <a:srgbClr val="000000"/>
      </a:dk2>
      <a:lt2>
        <a:srgbClr val="E7E6E6"/>
      </a:lt2>
      <a:accent1>
        <a:srgbClr val="0079C2"/>
      </a:accent1>
      <a:accent2>
        <a:srgbClr val="69B82C"/>
      </a:accent2>
      <a:accent3>
        <a:srgbClr val="ED7D31"/>
      </a:accent3>
      <a:accent4>
        <a:srgbClr val="A5A5A5"/>
      </a:accent4>
      <a:accent5>
        <a:srgbClr val="0276E7"/>
      </a:accent5>
      <a:accent6>
        <a:srgbClr val="00D870"/>
      </a:accent6>
      <a:hlink>
        <a:srgbClr val="0563C1"/>
      </a:hlink>
      <a:folHlink>
        <a:srgbClr val="954F72"/>
      </a:folHlink>
    </a:clrScheme>
    <a:fontScheme name="templates">
      <a:majorFont>
        <a:latin typeface="阿里巴巴普惠体 2.0 75 SemiBold"/>
        <a:ea typeface="阿里巴巴普惠体 2.0 75 SemiBold"/>
        <a:cs typeface=""/>
      </a:majorFont>
      <a:minorFont>
        <a:latin typeface="阿里巴巴普惠体 2.0 55 Regular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Verdana" panose="020B060403050404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none" lIns="0" tIns="0" rIns="0" bIns="0" numCol="1" spcCol="38100" rtlCol="0" anchor="t">
        <a:spAutoFit/>
      </a:bodyPr>
      <a:lstStyle>
        <a:defPPr algn="l">
          <a:defRPr sz="2400" dirty="0">
            <a:solidFill>
              <a:srgbClr val="A7A7A7"/>
            </a:solidFill>
            <a:latin typeface="阿里巴巴普惠体 2.0 55 Regular" panose="00020600040101010101" pitchFamily="18" charset="-122"/>
            <a:ea typeface="阿里巴巴普惠体 2.0 55 Regular" panose="00020600040101010101" pitchFamily="18" charset="-122"/>
            <a:cs typeface="阿里巴巴普惠体 2.0 55 Regular" panose="00020600040101010101" pitchFamily="18" charset="-122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">
  <a:themeElements>
    <a:clrScheme name="Templates">
      <a:dk1>
        <a:srgbClr val="323232"/>
      </a:dk1>
      <a:lt1>
        <a:srgbClr val="FFFFFF"/>
      </a:lt1>
      <a:dk2>
        <a:srgbClr val="000000"/>
      </a:dk2>
      <a:lt2>
        <a:srgbClr val="E7E6E6"/>
      </a:lt2>
      <a:accent1>
        <a:srgbClr val="0079C2"/>
      </a:accent1>
      <a:accent2>
        <a:srgbClr val="69B82C"/>
      </a:accent2>
      <a:accent3>
        <a:srgbClr val="ED7D31"/>
      </a:accent3>
      <a:accent4>
        <a:srgbClr val="A5A5A5"/>
      </a:accent4>
      <a:accent5>
        <a:srgbClr val="0276E7"/>
      </a:accent5>
      <a:accent6>
        <a:srgbClr val="00D870"/>
      </a:accent6>
      <a:hlink>
        <a:srgbClr val="0563C1"/>
      </a:hlink>
      <a:folHlink>
        <a:srgbClr val="954F72"/>
      </a:folHlink>
    </a:clrScheme>
    <a:fontScheme name="templates">
      <a:majorFont>
        <a:latin typeface="阿里巴巴普惠体 2.0 75 SemiBold"/>
        <a:ea typeface="阿里巴巴普惠体 2.0 75 SemiBold"/>
        <a:cs typeface=""/>
      </a:majorFont>
      <a:minorFont>
        <a:latin typeface="阿里巴巴普惠体 2.0 55 Regular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Verdana" panose="020B060403050404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none" lIns="0" tIns="0" rIns="0" bIns="0" numCol="1" spcCol="38100" rtlCol="0" anchor="t">
        <a:spAutoFit/>
      </a:bodyPr>
      <a:lstStyle>
        <a:defPPr algn="l">
          <a:defRPr sz="2400" dirty="0">
            <a:solidFill>
              <a:srgbClr val="A7A7A7"/>
            </a:solidFill>
            <a:latin typeface="阿里巴巴普惠体 2.0 55 Regular" panose="00020600040101010101" pitchFamily="18" charset="-122"/>
            <a:ea typeface="阿里巴巴普惠体 2.0 55 Regular" panose="00020600040101010101" pitchFamily="18" charset="-122"/>
            <a:cs typeface="阿里巴巴普惠体 2.0 55 Regular" panose="00020600040101010101" pitchFamily="18" charset="-122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Verdana"/>
        <a:ea typeface="Verdana"/>
        <a:cs typeface="Verdan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Verdana" panose="020B060403050404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Verdana" panose="020B060403050404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7085</TotalTime>
  <Words>2059</Words>
  <Application>Microsoft Office PowerPoint</Application>
  <PresentationFormat>宽屏</PresentationFormat>
  <Paragraphs>262</Paragraphs>
  <Slides>26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阿里巴巴普惠体 2.0 105 Heavy</vt:lpstr>
      <vt:lpstr>阿里巴巴普惠体 2.0 45 Light</vt:lpstr>
      <vt:lpstr>阿里巴巴普惠体 2.0 55 Regular</vt:lpstr>
      <vt:lpstr>阿里巴巴普惠体 2.0 65 Medium</vt:lpstr>
      <vt:lpstr>阿里巴巴普惠体 2.0 75 SemiBold</vt:lpstr>
      <vt:lpstr>等线</vt:lpstr>
      <vt:lpstr>宋体</vt:lpstr>
      <vt:lpstr>Arial</vt:lpstr>
      <vt:lpstr>Calibri</vt:lpstr>
      <vt:lpstr>Symbol</vt:lpstr>
      <vt:lpstr>Verdana</vt:lpstr>
      <vt:lpstr>Wingdings</vt:lpstr>
      <vt:lpstr>Office</vt:lpstr>
      <vt:lpstr>4_Office</vt:lpstr>
      <vt:lpstr>目录</vt:lpstr>
      <vt:lpstr>HCP背景：来源与成分分析</vt:lpstr>
      <vt:lpstr>HCP对药物质量属性及安全性影响</vt:lpstr>
      <vt:lpstr>HCP检测方法盘点：传统与现代手段对比</vt:lpstr>
      <vt:lpstr>各检测方法优缺点对比</vt:lpstr>
      <vt:lpstr>企业控制HCP标准与监管要求分析</vt:lpstr>
      <vt:lpstr>HCP去除策略1：收获液杂质沉淀技术</vt:lpstr>
      <vt:lpstr>HCP去除策略2：收获液澄清中的深层过滤去除效果</vt:lpstr>
      <vt:lpstr>HCP去除策略：ProteinA层析过程</vt:lpstr>
      <vt:lpstr>Protein A 过程淋洗策略详述（淋洗剂）</vt:lpstr>
      <vt:lpstr>淋洗条件数据比较</vt:lpstr>
      <vt:lpstr>病毒灭活进一步处理：中和诱导沉淀策略</vt:lpstr>
      <vt:lpstr>灭活病毒后深层过滤效果</vt:lpstr>
      <vt:lpstr>灭活后辛酸沉淀与PEG沉淀比较</vt:lpstr>
      <vt:lpstr>精纯策略1：AEX阴离子交换层析</vt:lpstr>
      <vt:lpstr>精纯策略2：复合模式填料（mixed-mode）</vt:lpstr>
      <vt:lpstr>精纯策略3：高性能超滤HPTFF与新手段展望</vt:lpstr>
      <vt:lpstr>主要HCP去除步骤性能对比</vt:lpstr>
      <vt:lpstr>总结：文件下游HCP控制推荐</vt:lpstr>
      <vt:lpstr>HCP去除策略新技术展望：膜、新型配体、基因编辑前沿趋势</vt:lpstr>
      <vt:lpstr>常见HCP蛋白种类</vt:lpstr>
      <vt:lpstr>某FC融合蛋白项目HCP去除:case 1</vt:lpstr>
      <vt:lpstr>某FC融合蛋白HCP去除:case 2</vt:lpstr>
      <vt:lpstr>亲和阶段HCP去除尝试</vt:lpstr>
      <vt:lpstr>精纯步骤HCP去除条件考察</vt:lpstr>
      <vt:lpstr>谢谢观看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黄寅</dc:creator>
  <cp:lastModifiedBy>baisheng jin</cp:lastModifiedBy>
  <cp:revision>530</cp:revision>
  <dcterms:created xsi:type="dcterms:W3CDTF">2025-02-21T08:41:00Z</dcterms:created>
  <dcterms:modified xsi:type="dcterms:W3CDTF">2026-03-06T00:46:11Z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94CE11A790CA4907A6B32EF1D05D543C_13</vt:lpwstr>
  </property>
  <property fmtid="{D5CDD505-2E9C-101B-9397-08002B2CF9AE}" pid="3" name="KSOProductBuildVer">
    <vt:lpwstr>2052-12.1.0.25225</vt:lpwstr>
  </property>
</Properties>
</file>